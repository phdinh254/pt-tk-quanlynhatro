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3" r:id="rId2"/>
  </p:sldMasterIdLst>
  <p:notesMasterIdLst>
    <p:notesMasterId r:id="rId21"/>
  </p:notesMasterIdLst>
  <p:sldIdLst>
    <p:sldId id="381" r:id="rId3"/>
    <p:sldId id="302" r:id="rId4"/>
    <p:sldId id="429" r:id="rId5"/>
    <p:sldId id="430" r:id="rId6"/>
    <p:sldId id="431" r:id="rId7"/>
    <p:sldId id="432" r:id="rId8"/>
    <p:sldId id="433" r:id="rId9"/>
    <p:sldId id="434" r:id="rId10"/>
    <p:sldId id="435" r:id="rId11"/>
    <p:sldId id="436" r:id="rId12"/>
    <p:sldId id="438" r:id="rId13"/>
    <p:sldId id="437" r:id="rId14"/>
    <p:sldId id="439" r:id="rId15"/>
    <p:sldId id="440" r:id="rId16"/>
    <p:sldId id="441" r:id="rId17"/>
    <p:sldId id="442" r:id="rId18"/>
    <p:sldId id="373" r:id="rId19"/>
    <p:sldId id="443"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D9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5724" autoAdjust="0"/>
  </p:normalViewPr>
  <p:slideViewPr>
    <p:cSldViewPr snapToGrid="0" showGuides="1">
      <p:cViewPr varScale="1">
        <p:scale>
          <a:sx n="78" d="100"/>
          <a:sy n="78" d="100"/>
        </p:scale>
        <p:origin x="974" y="-226"/>
      </p:cViewPr>
      <p:guideLst>
        <p:guide orient="horz" pos="2304"/>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DB7EE-8553-4306-9D5A-405415FEE7F5}" type="datetimeFigureOut">
              <a:rPr lang="zh-CN" altLang="en-US" smtClean="0"/>
              <a:t>2026/1/15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F273AF-5923-4D78-B493-1B018D52F0B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F273AF-5923-4D78-B493-1B018D52F0B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7245E-7D04-103F-5D17-FC8FD193DE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71DCE4-2204-26EC-FA75-8653E4533C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E16CA0B-6890-E7EC-521B-0B7ED618014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808B3C4-CC7F-4A50-1CF3-644820599770}"/>
              </a:ext>
            </a:extLst>
          </p:cNvPr>
          <p:cNvSpPr>
            <a:spLocks noGrp="1"/>
          </p:cNvSpPr>
          <p:nvPr>
            <p:ph type="sldNum" sz="quarter" idx="5"/>
          </p:nvPr>
        </p:nvSpPr>
        <p:spPr/>
        <p:txBody>
          <a:bodyPr/>
          <a:lstStyle/>
          <a:p>
            <a:fld id="{5DF273AF-5923-4D78-B493-1B018D52F0B3}" type="slidenum">
              <a:rPr lang="zh-CN" altLang="en-US" smtClean="0"/>
              <a:t>3</a:t>
            </a:fld>
            <a:endParaRPr lang="zh-CN" altLang="en-US"/>
          </a:p>
        </p:txBody>
      </p:sp>
    </p:spTree>
    <p:extLst>
      <p:ext uri="{BB962C8B-B14F-4D97-AF65-F5344CB8AC3E}">
        <p14:creationId xmlns:p14="http://schemas.microsoft.com/office/powerpoint/2010/main" val="375490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CDAF6-19CC-FA36-F35B-58068AFE96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3BF551-124F-1E7D-6946-58D0264FD3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8B22F5-2FA9-3F3E-544C-A7EA57D06E4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259C0E3-B65E-71F7-AA50-4AD59E59C5FA}"/>
              </a:ext>
            </a:extLst>
          </p:cNvPr>
          <p:cNvSpPr>
            <a:spLocks noGrp="1"/>
          </p:cNvSpPr>
          <p:nvPr>
            <p:ph type="sldNum" sz="quarter" idx="5"/>
          </p:nvPr>
        </p:nvSpPr>
        <p:spPr/>
        <p:txBody>
          <a:bodyPr/>
          <a:lstStyle/>
          <a:p>
            <a:fld id="{5DF273AF-5923-4D78-B493-1B018D52F0B3}" type="slidenum">
              <a:rPr lang="zh-CN" altLang="en-US" smtClean="0"/>
              <a:t>4</a:t>
            </a:fld>
            <a:endParaRPr lang="zh-CN" altLang="en-US"/>
          </a:p>
        </p:txBody>
      </p:sp>
    </p:spTree>
    <p:extLst>
      <p:ext uri="{BB962C8B-B14F-4D97-AF65-F5344CB8AC3E}">
        <p14:creationId xmlns:p14="http://schemas.microsoft.com/office/powerpoint/2010/main" val="332217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A2A39-8DD2-16F9-9605-55698DC02F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50D3A1-3550-BFFD-BDDD-2861DEEA53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D3F6F4-F8BA-2CC8-5A39-7A8DE9C3298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58B59E5-D8B2-66DD-16CB-4BF53DB100F8}"/>
              </a:ext>
            </a:extLst>
          </p:cNvPr>
          <p:cNvSpPr>
            <a:spLocks noGrp="1"/>
          </p:cNvSpPr>
          <p:nvPr>
            <p:ph type="sldNum" sz="quarter" idx="5"/>
          </p:nvPr>
        </p:nvSpPr>
        <p:spPr/>
        <p:txBody>
          <a:bodyPr/>
          <a:lstStyle/>
          <a:p>
            <a:fld id="{5DF273AF-5923-4D78-B493-1B018D52F0B3}" type="slidenum">
              <a:rPr lang="zh-CN" altLang="en-US" smtClean="0"/>
              <a:t>5</a:t>
            </a:fld>
            <a:endParaRPr lang="zh-CN" altLang="en-US"/>
          </a:p>
        </p:txBody>
      </p:sp>
    </p:spTree>
    <p:extLst>
      <p:ext uri="{BB962C8B-B14F-4D97-AF65-F5344CB8AC3E}">
        <p14:creationId xmlns:p14="http://schemas.microsoft.com/office/powerpoint/2010/main" val="1447287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50AD-7D35-04ED-877C-60909A77FC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BEB309-FB93-22F4-7660-95CC8F3C25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C94613-02D8-DE03-B0B5-E80E42F98FF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3B1EE9C-B97A-A35C-9264-733B74C9ED5A}"/>
              </a:ext>
            </a:extLst>
          </p:cNvPr>
          <p:cNvSpPr>
            <a:spLocks noGrp="1"/>
          </p:cNvSpPr>
          <p:nvPr>
            <p:ph type="sldNum" sz="quarter" idx="5"/>
          </p:nvPr>
        </p:nvSpPr>
        <p:spPr/>
        <p:txBody>
          <a:bodyPr/>
          <a:lstStyle/>
          <a:p>
            <a:fld id="{5DF273AF-5923-4D78-B493-1B018D52F0B3}" type="slidenum">
              <a:rPr lang="zh-CN" altLang="en-US" smtClean="0"/>
              <a:t>6</a:t>
            </a:fld>
            <a:endParaRPr lang="zh-CN" altLang="en-US"/>
          </a:p>
        </p:txBody>
      </p:sp>
    </p:spTree>
    <p:extLst>
      <p:ext uri="{BB962C8B-B14F-4D97-AF65-F5344CB8AC3E}">
        <p14:creationId xmlns:p14="http://schemas.microsoft.com/office/powerpoint/2010/main" val="1643077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46C3E-CB78-B566-40CF-F766DD767B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87BD74-CD80-498C-D432-146D3C2CCE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032712-E1AA-18CC-C17A-29BF20C20DD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17F0D9C-09C6-137A-F518-19DADADBC5EF}"/>
              </a:ext>
            </a:extLst>
          </p:cNvPr>
          <p:cNvSpPr>
            <a:spLocks noGrp="1"/>
          </p:cNvSpPr>
          <p:nvPr>
            <p:ph type="sldNum" sz="quarter" idx="5"/>
          </p:nvPr>
        </p:nvSpPr>
        <p:spPr/>
        <p:txBody>
          <a:bodyPr/>
          <a:lstStyle/>
          <a:p>
            <a:fld id="{5DF273AF-5923-4D78-B493-1B018D52F0B3}" type="slidenum">
              <a:rPr lang="zh-CN" altLang="en-US" smtClean="0"/>
              <a:t>7</a:t>
            </a:fld>
            <a:endParaRPr lang="zh-CN" altLang="en-US"/>
          </a:p>
        </p:txBody>
      </p:sp>
    </p:spTree>
    <p:extLst>
      <p:ext uri="{BB962C8B-B14F-4D97-AF65-F5344CB8AC3E}">
        <p14:creationId xmlns:p14="http://schemas.microsoft.com/office/powerpoint/2010/main" val="222704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5236B-4940-5D48-CD34-70E6B984FF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6D5123-067C-4644-DA1A-409B3CE679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C6A8C3-1D7F-72EA-280A-5A0A380B380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579F751-F7C8-8AED-0F00-2FA612A6375D}"/>
              </a:ext>
            </a:extLst>
          </p:cNvPr>
          <p:cNvSpPr>
            <a:spLocks noGrp="1"/>
          </p:cNvSpPr>
          <p:nvPr>
            <p:ph type="sldNum" sz="quarter" idx="5"/>
          </p:nvPr>
        </p:nvSpPr>
        <p:spPr/>
        <p:txBody>
          <a:bodyPr/>
          <a:lstStyle/>
          <a:p>
            <a:fld id="{5DF273AF-5923-4D78-B493-1B018D52F0B3}" type="slidenum">
              <a:rPr lang="zh-CN" altLang="en-US" smtClean="0"/>
              <a:t>8</a:t>
            </a:fld>
            <a:endParaRPr lang="zh-CN" altLang="en-US"/>
          </a:p>
        </p:txBody>
      </p:sp>
    </p:spTree>
    <p:extLst>
      <p:ext uri="{BB962C8B-B14F-4D97-AF65-F5344CB8AC3E}">
        <p14:creationId xmlns:p14="http://schemas.microsoft.com/office/powerpoint/2010/main" val="322449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EF9A2-4EEB-568D-3D04-51E3499A5A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997E2D-DC8C-068D-BD30-3FF1972508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B9F24D-7F14-3EE0-1390-846F9ABDF4E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B69F7B-52FA-8DF4-9488-1F8522E20A68}"/>
              </a:ext>
            </a:extLst>
          </p:cNvPr>
          <p:cNvSpPr>
            <a:spLocks noGrp="1"/>
          </p:cNvSpPr>
          <p:nvPr>
            <p:ph type="sldNum" sz="quarter" idx="5"/>
          </p:nvPr>
        </p:nvSpPr>
        <p:spPr/>
        <p:txBody>
          <a:bodyPr/>
          <a:lstStyle/>
          <a:p>
            <a:fld id="{5DF273AF-5923-4D78-B493-1B018D52F0B3}" type="slidenum">
              <a:rPr lang="zh-CN" altLang="en-US" smtClean="0"/>
              <a:t>9</a:t>
            </a:fld>
            <a:endParaRPr lang="zh-CN" altLang="en-US"/>
          </a:p>
        </p:txBody>
      </p:sp>
    </p:spTree>
    <p:extLst>
      <p:ext uri="{BB962C8B-B14F-4D97-AF65-F5344CB8AC3E}">
        <p14:creationId xmlns:p14="http://schemas.microsoft.com/office/powerpoint/2010/main" val="3356545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CB901-DE04-4596-04FA-4DF7DE433A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8E4C11-04E9-D334-2A0C-31B11FD0A1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758A0E-9F6E-CB62-8D4F-30D4DD4A1A0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7BF4AFB-9363-86C2-DEBA-2AC3B64216BD}"/>
              </a:ext>
            </a:extLst>
          </p:cNvPr>
          <p:cNvSpPr>
            <a:spLocks noGrp="1"/>
          </p:cNvSpPr>
          <p:nvPr>
            <p:ph type="sldNum" sz="quarter" idx="5"/>
          </p:nvPr>
        </p:nvSpPr>
        <p:spPr/>
        <p:txBody>
          <a:bodyPr/>
          <a:lstStyle/>
          <a:p>
            <a:fld id="{5DF273AF-5923-4D78-B493-1B018D52F0B3}" type="slidenum">
              <a:rPr lang="zh-CN" altLang="en-US" smtClean="0"/>
              <a:t>10</a:t>
            </a:fld>
            <a:endParaRPr lang="zh-CN" altLang="en-US"/>
          </a:p>
        </p:txBody>
      </p:sp>
    </p:spTree>
    <p:extLst>
      <p:ext uri="{BB962C8B-B14F-4D97-AF65-F5344CB8AC3E}">
        <p14:creationId xmlns:p14="http://schemas.microsoft.com/office/powerpoint/2010/main" val="1389797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B5FC3-56B0-5DA7-E7B2-FC1C4F849D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5018A0-F74E-6A93-68DD-9F3B1E43C4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7CBB51-15B5-F8CC-6EEE-1EEDFA1ECD4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448096F-0FFA-AFA6-EFE4-DEC5302FB8AC}"/>
              </a:ext>
            </a:extLst>
          </p:cNvPr>
          <p:cNvSpPr>
            <a:spLocks noGrp="1"/>
          </p:cNvSpPr>
          <p:nvPr>
            <p:ph type="sldNum" sz="quarter" idx="5"/>
          </p:nvPr>
        </p:nvSpPr>
        <p:spPr/>
        <p:txBody>
          <a:bodyPr/>
          <a:lstStyle/>
          <a:p>
            <a:fld id="{5DF273AF-5923-4D78-B493-1B018D52F0B3}" type="slidenum">
              <a:rPr lang="zh-CN" altLang="en-US" smtClean="0"/>
              <a:t>11</a:t>
            </a:fld>
            <a:endParaRPr lang="zh-CN" altLang="en-US"/>
          </a:p>
        </p:txBody>
      </p:sp>
    </p:spTree>
    <p:extLst>
      <p:ext uri="{BB962C8B-B14F-4D97-AF65-F5344CB8AC3E}">
        <p14:creationId xmlns:p14="http://schemas.microsoft.com/office/powerpoint/2010/main" val="4042784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D7D56-3A6D-1AE7-981D-835B68B9F2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D5037C-9B23-B8C4-E453-9F1AF1A913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974188-45E3-D7B5-7B22-B3AC4B45C58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E643741-FBAE-0E35-9DA8-9CEA78AE3A38}"/>
              </a:ext>
            </a:extLst>
          </p:cNvPr>
          <p:cNvSpPr>
            <a:spLocks noGrp="1"/>
          </p:cNvSpPr>
          <p:nvPr>
            <p:ph type="sldNum" sz="quarter" idx="5"/>
          </p:nvPr>
        </p:nvSpPr>
        <p:spPr/>
        <p:txBody>
          <a:bodyPr/>
          <a:lstStyle/>
          <a:p>
            <a:fld id="{5DF273AF-5923-4D78-B493-1B018D52F0B3}" type="slidenum">
              <a:rPr lang="zh-CN" altLang="en-US" smtClean="0"/>
              <a:t>12</a:t>
            </a:fld>
            <a:endParaRPr lang="zh-CN" altLang="en-US"/>
          </a:p>
        </p:txBody>
      </p:sp>
    </p:spTree>
    <p:extLst>
      <p:ext uri="{BB962C8B-B14F-4D97-AF65-F5344CB8AC3E}">
        <p14:creationId xmlns:p14="http://schemas.microsoft.com/office/powerpoint/2010/main" val="295459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F4628-D2B6-2286-4F01-C1326B59BE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A0CDBC-7E8A-E7E3-4492-561AADA4E2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7B8C23-F706-3466-0CC0-4E004EA52CF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A47A225-F802-4F2D-5DD6-0EB7CA49BB75}"/>
              </a:ext>
            </a:extLst>
          </p:cNvPr>
          <p:cNvSpPr>
            <a:spLocks noGrp="1"/>
          </p:cNvSpPr>
          <p:nvPr>
            <p:ph type="sldNum" sz="quarter" idx="5"/>
          </p:nvPr>
        </p:nvSpPr>
        <p:spPr/>
        <p:txBody>
          <a:bodyPr/>
          <a:lstStyle/>
          <a:p>
            <a:fld id="{5DF273AF-5923-4D78-B493-1B018D52F0B3}" type="slidenum">
              <a:rPr lang="zh-CN" altLang="en-US" smtClean="0"/>
              <a:t>13</a:t>
            </a:fld>
            <a:endParaRPr lang="zh-CN" altLang="en-US"/>
          </a:p>
        </p:txBody>
      </p:sp>
    </p:spTree>
    <p:extLst>
      <p:ext uri="{BB962C8B-B14F-4D97-AF65-F5344CB8AC3E}">
        <p14:creationId xmlns:p14="http://schemas.microsoft.com/office/powerpoint/2010/main" val="3690001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4F164-0B81-AE0B-ECEA-16B99A7D19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52A91B-9BC4-6D36-313D-5981D3C23D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A540E8-652C-8348-ACCE-5FC796B8D88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E848868-D117-1892-34A8-10664C5C77C4}"/>
              </a:ext>
            </a:extLst>
          </p:cNvPr>
          <p:cNvSpPr>
            <a:spLocks noGrp="1"/>
          </p:cNvSpPr>
          <p:nvPr>
            <p:ph type="sldNum" sz="quarter" idx="5"/>
          </p:nvPr>
        </p:nvSpPr>
        <p:spPr/>
        <p:txBody>
          <a:bodyPr/>
          <a:lstStyle/>
          <a:p>
            <a:fld id="{5DF273AF-5923-4D78-B493-1B018D52F0B3}" type="slidenum">
              <a:rPr lang="zh-CN" altLang="en-US" smtClean="0"/>
              <a:t>14</a:t>
            </a:fld>
            <a:endParaRPr lang="zh-CN" altLang="en-US"/>
          </a:p>
        </p:txBody>
      </p:sp>
    </p:spTree>
    <p:extLst>
      <p:ext uri="{BB962C8B-B14F-4D97-AF65-F5344CB8AC3E}">
        <p14:creationId xmlns:p14="http://schemas.microsoft.com/office/powerpoint/2010/main" val="2004856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9A40B-4AE3-B25D-64C1-CA099DDE41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D6CD2B-FDB5-A753-B467-01573B5F99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8442FD-9B36-01B7-A4ED-104730D5938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83DCF69-6CAC-69A8-EC3D-9F29C48A0B1A}"/>
              </a:ext>
            </a:extLst>
          </p:cNvPr>
          <p:cNvSpPr>
            <a:spLocks noGrp="1"/>
          </p:cNvSpPr>
          <p:nvPr>
            <p:ph type="sldNum" sz="quarter" idx="5"/>
          </p:nvPr>
        </p:nvSpPr>
        <p:spPr/>
        <p:txBody>
          <a:bodyPr/>
          <a:lstStyle/>
          <a:p>
            <a:fld id="{5DF273AF-5923-4D78-B493-1B018D52F0B3}" type="slidenum">
              <a:rPr lang="zh-CN" altLang="en-US" smtClean="0"/>
              <a:t>15</a:t>
            </a:fld>
            <a:endParaRPr lang="zh-CN" altLang="en-US"/>
          </a:p>
        </p:txBody>
      </p:sp>
    </p:spTree>
    <p:extLst>
      <p:ext uri="{BB962C8B-B14F-4D97-AF65-F5344CB8AC3E}">
        <p14:creationId xmlns:p14="http://schemas.microsoft.com/office/powerpoint/2010/main" val="2932899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9FAA5-54DF-295F-E7B4-E076AFBA1E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7D0A11-4F0C-0F97-C122-30BF62085F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EE65D5-C68E-847A-BAD5-76F6FC76E0D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F5F7CFC-5074-08E3-803C-464A0C362F59}"/>
              </a:ext>
            </a:extLst>
          </p:cNvPr>
          <p:cNvSpPr>
            <a:spLocks noGrp="1"/>
          </p:cNvSpPr>
          <p:nvPr>
            <p:ph type="sldNum" sz="quarter" idx="5"/>
          </p:nvPr>
        </p:nvSpPr>
        <p:spPr/>
        <p:txBody>
          <a:bodyPr/>
          <a:lstStyle/>
          <a:p>
            <a:fld id="{5DF273AF-5923-4D78-B493-1B018D52F0B3}" type="slidenum">
              <a:rPr lang="zh-CN" altLang="en-US" smtClean="0"/>
              <a:t>16</a:t>
            </a:fld>
            <a:endParaRPr lang="zh-CN" altLang="en-US"/>
          </a:p>
        </p:txBody>
      </p:sp>
    </p:spTree>
    <p:extLst>
      <p:ext uri="{BB962C8B-B14F-4D97-AF65-F5344CB8AC3E}">
        <p14:creationId xmlns:p14="http://schemas.microsoft.com/office/powerpoint/2010/main" val="615326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F273AF-5923-4D78-B493-1B018D52F0B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36517-99A6-D219-9AE3-804CAAB2C6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969469-26AD-3E36-B978-02BC16B923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028338-06E2-F1EB-08A8-68E1602E21B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E410010-2D9A-E634-B8B2-730877CFBD66}"/>
              </a:ext>
            </a:extLst>
          </p:cNvPr>
          <p:cNvSpPr>
            <a:spLocks noGrp="1"/>
          </p:cNvSpPr>
          <p:nvPr>
            <p:ph type="sldNum" sz="quarter" idx="10"/>
          </p:nvPr>
        </p:nvSpPr>
        <p:spPr/>
        <p:txBody>
          <a:bodyPr/>
          <a:lstStyle/>
          <a:p>
            <a:fld id="{DA6B9D0F-9225-4952-8434-38C29095FB54}" type="slidenum">
              <a:rPr lang="zh-CN" altLang="en-US" smtClean="0"/>
              <a:t>18</a:t>
            </a:fld>
            <a:endParaRPr lang="zh-CN" altLang="en-US"/>
          </a:p>
        </p:txBody>
      </p:sp>
    </p:spTree>
    <p:extLst>
      <p:ext uri="{BB962C8B-B14F-4D97-AF65-F5344CB8AC3E}">
        <p14:creationId xmlns:p14="http://schemas.microsoft.com/office/powerpoint/2010/main" val="300494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6" y="2130426"/>
            <a:ext cx="10363200" cy="1470026"/>
          </a:xfrm>
          <a:prstGeom prst="rect">
            <a:avLst/>
          </a:prstGeom>
        </p:spPr>
        <p:txBody>
          <a:bodyPr>
            <a:normAutofit/>
          </a:bodyPr>
          <a:lstStyle/>
          <a:p>
            <a:r>
              <a:rPr lang="vi-VN" altLang="vi-VN">
                <a:latin typeface="Noto Sans"/>
                <a:ea typeface="Noto Sans"/>
              </a:rPr>
              <a:t>Bấm vào đây để chỉnh</a:t>
            </a:r>
          </a:p>
        </p:txBody>
      </p:sp>
      <p:sp>
        <p:nvSpPr>
          <p:cNvPr id="3" name="副标题 2"/>
          <p:cNvSpPr>
            <a:spLocks noGrp="1"/>
          </p:cNvSpPr>
          <p:nvPr>
            <p:ph type="subTitle" idx="1"/>
          </p:nvPr>
        </p:nvSpPr>
        <p:spPr>
          <a:xfrm>
            <a:off x="1828807" y="3886200"/>
            <a:ext cx="8534401" cy="1752601"/>
          </a:xfrm>
          <a:prstGeom prst="rect">
            <a:avLst/>
          </a:prstGeom>
        </p:spPr>
        <p:txBody>
          <a:bodyPr>
            <a:normAutofit/>
          </a:bodyPr>
          <a:lstStyle>
            <a:lvl1pPr marL="0" indent="0" algn="ctr">
              <a:buNone/>
              <a:defRPr>
                <a:solidFill>
                  <a:schemeClr val="tx1">
                    <a:tint val="75000"/>
                  </a:schemeClr>
                </a:solidFill>
              </a:defRPr>
            </a:lvl1pPr>
            <a:lvl2pPr marL="622935" indent="0" algn="ctr">
              <a:buNone/>
              <a:defRPr>
                <a:solidFill>
                  <a:schemeClr val="tx1">
                    <a:tint val="75000"/>
                  </a:schemeClr>
                </a:solidFill>
              </a:defRPr>
            </a:lvl2pPr>
            <a:lvl3pPr marL="1245235" indent="0" algn="ctr">
              <a:buNone/>
              <a:defRPr>
                <a:solidFill>
                  <a:schemeClr val="tx1">
                    <a:tint val="75000"/>
                  </a:schemeClr>
                </a:solidFill>
              </a:defRPr>
            </a:lvl3pPr>
            <a:lvl4pPr marL="1868170" indent="0" algn="ctr">
              <a:buNone/>
              <a:defRPr>
                <a:solidFill>
                  <a:schemeClr val="tx1">
                    <a:tint val="75000"/>
                  </a:schemeClr>
                </a:solidFill>
              </a:defRPr>
            </a:lvl4pPr>
            <a:lvl5pPr marL="2490470" indent="0" algn="ctr">
              <a:buNone/>
              <a:defRPr>
                <a:solidFill>
                  <a:schemeClr val="tx1">
                    <a:tint val="75000"/>
                  </a:schemeClr>
                </a:solidFill>
              </a:defRPr>
            </a:lvl5pPr>
            <a:lvl6pPr marL="3113405" indent="0" algn="ctr">
              <a:buNone/>
              <a:defRPr>
                <a:solidFill>
                  <a:schemeClr val="tx1">
                    <a:tint val="75000"/>
                  </a:schemeClr>
                </a:solidFill>
              </a:defRPr>
            </a:lvl6pPr>
            <a:lvl7pPr marL="3735705" indent="0" algn="ctr">
              <a:buNone/>
              <a:defRPr>
                <a:solidFill>
                  <a:schemeClr val="tx1">
                    <a:tint val="75000"/>
                  </a:schemeClr>
                </a:solidFill>
              </a:defRPr>
            </a:lvl7pPr>
            <a:lvl8pPr marL="4358640" indent="0" algn="ctr">
              <a:buNone/>
              <a:defRPr>
                <a:solidFill>
                  <a:schemeClr val="tx1">
                    <a:tint val="75000"/>
                  </a:schemeClr>
                </a:solidFill>
              </a:defRPr>
            </a:lvl8pPr>
            <a:lvl9pPr marL="4980940" indent="0" algn="ctr">
              <a:buNone/>
              <a:defRPr>
                <a:solidFill>
                  <a:schemeClr val="tx1">
                    <a:tint val="75000"/>
                  </a:schemeClr>
                </a:solidFill>
              </a:defRPr>
            </a:lvl9pPr>
          </a:lstStyle>
          <a:p>
            <a:r>
              <a:rPr lang="vi-VN" altLang="vi-VN">
                <a:latin typeface="Noto Sans"/>
                <a:ea typeface="Noto Sans"/>
              </a:rPr>
              <a:t>Bấm vào đây để chỉnh sửa</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p>
            <a:r>
              <a:rPr lang="vi-VN" altLang="vi-VN">
                <a:latin typeface="Noto Sans"/>
                <a:ea typeface="Noto Sans"/>
              </a:rPr>
              <a:t>Bấm vào đây để chỉnh</a:t>
            </a:r>
          </a:p>
        </p:txBody>
      </p:sp>
      <p:sp>
        <p:nvSpPr>
          <p:cNvPr id="3" name="内容占位符 2"/>
          <p:cNvSpPr>
            <a:spLocks noGrp="1"/>
          </p:cNvSpPr>
          <p:nvPr>
            <p:ph idx="1"/>
          </p:nvPr>
        </p:nvSpPr>
        <p:spPr>
          <a:xfrm>
            <a:off x="609606" y="1600202"/>
            <a:ext cx="10972801" cy="4525963"/>
          </a:xfrm>
          <a:prstGeom prst="rect">
            <a:avLst/>
          </a:prstGeom>
        </p:spPr>
        <p:txBody>
          <a:bodyPr>
            <a:normAutofit/>
          </a:bodyPr>
          <a:lstStyle/>
          <a:p>
            <a:pPr lvl="0"/>
            <a:r>
              <a:rPr lang="vi-VN" altLang="vi-VN">
                <a:latin typeface="Noto Sans"/>
                <a:ea typeface="Noto Sans"/>
              </a:rPr>
              <a:t>Bấm vào đây để</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6" y="4406904"/>
            <a:ext cx="10363200" cy="1362075"/>
          </a:xfrm>
          <a:prstGeom prst="rect">
            <a:avLst/>
          </a:prstGeom>
        </p:spPr>
        <p:txBody>
          <a:bodyPr anchor="t">
            <a:normAutofit/>
          </a:bodyPr>
          <a:lstStyle>
            <a:lvl1pPr algn="l">
              <a:defRPr sz="5395" b="1" cap="all"/>
            </a:lvl1pPr>
          </a:lstStyle>
          <a:p>
            <a:r>
              <a:rPr lang="vi-VN" altLang="vi-VN" sz="5300">
                <a:latin typeface="Noto Sans"/>
                <a:ea typeface="Noto Sans"/>
              </a:rPr>
              <a:t>Bấm vào đây để chỉnh</a:t>
            </a:r>
          </a:p>
        </p:txBody>
      </p:sp>
      <p:sp>
        <p:nvSpPr>
          <p:cNvPr id="3" name="文本占位符 2"/>
          <p:cNvSpPr>
            <a:spLocks noGrp="1"/>
          </p:cNvSpPr>
          <p:nvPr>
            <p:ph type="body" idx="1"/>
          </p:nvPr>
        </p:nvSpPr>
        <p:spPr>
          <a:xfrm>
            <a:off x="963086" y="2906716"/>
            <a:ext cx="10363200" cy="1500187"/>
          </a:xfrm>
          <a:prstGeom prst="rect">
            <a:avLst/>
          </a:prstGeom>
        </p:spPr>
        <p:txBody>
          <a:bodyPr anchor="t">
            <a:normAutofit/>
          </a:bodyPr>
          <a:lstStyle>
            <a:lvl1pPr marL="0" indent="0">
              <a:buNone/>
              <a:defRPr sz="2750">
                <a:solidFill>
                  <a:schemeClr val="tx1">
                    <a:tint val="75000"/>
                  </a:schemeClr>
                </a:solidFill>
              </a:defRPr>
            </a:lvl1pPr>
            <a:lvl2pPr marL="622935" indent="0">
              <a:buNone/>
              <a:defRPr sz="2435">
                <a:solidFill>
                  <a:schemeClr val="tx1">
                    <a:tint val="75000"/>
                  </a:schemeClr>
                </a:solidFill>
              </a:defRPr>
            </a:lvl2pPr>
            <a:lvl3pPr marL="1245235" indent="0">
              <a:buNone/>
              <a:defRPr sz="2220">
                <a:solidFill>
                  <a:schemeClr val="tx1">
                    <a:tint val="75000"/>
                  </a:schemeClr>
                </a:solidFill>
              </a:defRPr>
            </a:lvl3pPr>
            <a:lvl4pPr marL="1868170" indent="0">
              <a:buNone/>
              <a:defRPr sz="1905">
                <a:solidFill>
                  <a:schemeClr val="tx1">
                    <a:tint val="75000"/>
                  </a:schemeClr>
                </a:solidFill>
              </a:defRPr>
            </a:lvl4pPr>
            <a:lvl5pPr marL="2490470" indent="0">
              <a:buNone/>
              <a:defRPr sz="1905">
                <a:solidFill>
                  <a:schemeClr val="tx1">
                    <a:tint val="75000"/>
                  </a:schemeClr>
                </a:solidFill>
              </a:defRPr>
            </a:lvl5pPr>
            <a:lvl6pPr marL="3113405" indent="0">
              <a:buNone/>
              <a:defRPr sz="1905">
                <a:solidFill>
                  <a:schemeClr val="tx1">
                    <a:tint val="75000"/>
                  </a:schemeClr>
                </a:solidFill>
              </a:defRPr>
            </a:lvl6pPr>
            <a:lvl7pPr marL="3735705" indent="0">
              <a:buNone/>
              <a:defRPr sz="1905">
                <a:solidFill>
                  <a:schemeClr val="tx1">
                    <a:tint val="75000"/>
                  </a:schemeClr>
                </a:solidFill>
              </a:defRPr>
            </a:lvl7pPr>
            <a:lvl8pPr marL="4358640" indent="0">
              <a:buNone/>
              <a:defRPr sz="1905">
                <a:solidFill>
                  <a:schemeClr val="tx1">
                    <a:tint val="75000"/>
                  </a:schemeClr>
                </a:solidFill>
              </a:defRPr>
            </a:lvl8pPr>
            <a:lvl9pPr marL="4980940" indent="0">
              <a:buNone/>
              <a:defRPr sz="1905">
                <a:solidFill>
                  <a:schemeClr val="tx1">
                    <a:tint val="75000"/>
                  </a:schemeClr>
                </a:solidFill>
              </a:defRPr>
            </a:lvl9pPr>
          </a:lstStyle>
          <a:p>
            <a:pPr lvl="0"/>
            <a:r>
              <a:rPr lang="vi-VN" altLang="vi-VN">
                <a:latin typeface="Noto Sans"/>
                <a:ea typeface="Noto Sans"/>
              </a:rPr>
              <a:t>Bấm vào đây để chỉnh sửa kiểu văn bản chính</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p>
            <a:r>
              <a:rPr lang="vi-VN" altLang="vi-VN">
                <a:latin typeface="Noto Sans"/>
                <a:ea typeface="Noto Sans"/>
              </a:rPr>
              <a:t>Bấm vào đây để chỉnh</a:t>
            </a:r>
          </a:p>
        </p:txBody>
      </p:sp>
      <p:sp>
        <p:nvSpPr>
          <p:cNvPr id="3" name="内容占位符 2"/>
          <p:cNvSpPr>
            <a:spLocks noGrp="1"/>
          </p:cNvSpPr>
          <p:nvPr>
            <p:ph sz="half" idx="1"/>
          </p:nvPr>
        </p:nvSpPr>
        <p:spPr>
          <a:xfrm>
            <a:off x="609604" y="1260483"/>
            <a:ext cx="5384800" cy="3563938"/>
          </a:xfrm>
          <a:prstGeom prst="rect">
            <a:avLst/>
          </a:prstGeom>
        </p:spPr>
        <p:txBody>
          <a:bodyPr>
            <a:normAutofit/>
          </a:bodyPr>
          <a:lstStyle>
            <a:lvl1pPr>
              <a:defRPr sz="3810"/>
            </a:lvl1pPr>
            <a:lvl2pPr>
              <a:defRPr sz="3280"/>
            </a:lvl2pPr>
            <a:lvl3pPr>
              <a:defRPr sz="2750"/>
            </a:lvl3pPr>
            <a:lvl4pPr>
              <a:defRPr sz="2435"/>
            </a:lvl4pPr>
            <a:lvl5pPr>
              <a:defRPr sz="2435"/>
            </a:lvl5pPr>
            <a:lvl6pPr>
              <a:defRPr sz="2435"/>
            </a:lvl6pPr>
            <a:lvl7pPr>
              <a:defRPr sz="2435"/>
            </a:lvl7pPr>
            <a:lvl8pPr>
              <a:defRPr sz="2435"/>
            </a:lvl8pPr>
            <a:lvl9pPr>
              <a:defRPr sz="2435"/>
            </a:lvl9pPr>
          </a:lstStyle>
          <a:p>
            <a:pPr lvl="0"/>
            <a:r>
              <a:rPr lang="vi-VN" altLang="vi-VN" sz="3400">
                <a:latin typeface="Noto Sans"/>
                <a:ea typeface="Noto Sans"/>
              </a:rPr>
              <a:t>Bấm vào đây</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内容占位符 3"/>
          <p:cNvSpPr>
            <a:spLocks noGrp="1"/>
          </p:cNvSpPr>
          <p:nvPr>
            <p:ph sz="half" idx="2"/>
          </p:nvPr>
        </p:nvSpPr>
        <p:spPr>
          <a:xfrm>
            <a:off x="6197605" y="1260483"/>
            <a:ext cx="5384800" cy="3563938"/>
          </a:xfrm>
          <a:prstGeom prst="rect">
            <a:avLst/>
          </a:prstGeom>
        </p:spPr>
        <p:txBody>
          <a:bodyPr>
            <a:normAutofit/>
          </a:bodyPr>
          <a:lstStyle>
            <a:lvl1pPr>
              <a:defRPr sz="3810"/>
            </a:lvl1pPr>
            <a:lvl2pPr>
              <a:defRPr sz="3280"/>
            </a:lvl2pPr>
            <a:lvl3pPr>
              <a:defRPr sz="2750"/>
            </a:lvl3pPr>
            <a:lvl4pPr>
              <a:defRPr sz="2435"/>
            </a:lvl4pPr>
            <a:lvl5pPr>
              <a:defRPr sz="2435"/>
            </a:lvl5pPr>
            <a:lvl6pPr>
              <a:defRPr sz="2435"/>
            </a:lvl6pPr>
            <a:lvl7pPr>
              <a:defRPr sz="2435"/>
            </a:lvl7pPr>
            <a:lvl8pPr>
              <a:defRPr sz="2435"/>
            </a:lvl8pPr>
            <a:lvl9pPr>
              <a:defRPr sz="2435"/>
            </a:lvl9pPr>
          </a:lstStyle>
          <a:p>
            <a:pPr lvl="0"/>
            <a:r>
              <a:rPr lang="vi-VN" altLang="vi-VN" sz="3400">
                <a:latin typeface="Noto Sans"/>
                <a:ea typeface="Noto Sans"/>
              </a:rPr>
              <a:t>Bấm vào đây</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5" name="日期占位符 4"/>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6" name="页脚占位符 5"/>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7" name="灯片编号占位符 6"/>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lvl1pPr>
              <a:defRPr/>
            </a:lvl1pPr>
          </a:lstStyle>
          <a:p>
            <a:r>
              <a:rPr lang="vi-VN" altLang="vi-VN">
                <a:latin typeface="Noto Sans"/>
                <a:ea typeface="Noto Sans"/>
              </a:rPr>
              <a:t>Bấm vào đây để chỉnh</a:t>
            </a:r>
          </a:p>
        </p:txBody>
      </p:sp>
      <p:sp>
        <p:nvSpPr>
          <p:cNvPr id="3" name="文本占位符 2"/>
          <p:cNvSpPr>
            <a:spLocks noGrp="1"/>
          </p:cNvSpPr>
          <p:nvPr>
            <p:ph type="body" idx="1"/>
          </p:nvPr>
        </p:nvSpPr>
        <p:spPr>
          <a:xfrm>
            <a:off x="609604" y="1535117"/>
            <a:ext cx="5386918" cy="639763"/>
          </a:xfrm>
          <a:prstGeom prst="rect">
            <a:avLst/>
          </a:prstGeom>
        </p:spPr>
        <p:txBody>
          <a:bodyPr anchor="t">
            <a:normAutofit/>
          </a:bodyPr>
          <a:lstStyle>
            <a:lvl1pPr marL="0" indent="0">
              <a:buNone/>
              <a:defRPr sz="3280" b="1"/>
            </a:lvl1pPr>
            <a:lvl2pPr marL="622935" indent="0">
              <a:buNone/>
              <a:defRPr sz="2750" b="1"/>
            </a:lvl2pPr>
            <a:lvl3pPr marL="1245235" indent="0">
              <a:buNone/>
              <a:defRPr sz="2435" b="1"/>
            </a:lvl3pPr>
            <a:lvl4pPr marL="1868170" indent="0">
              <a:buNone/>
              <a:defRPr sz="2220" b="1"/>
            </a:lvl4pPr>
            <a:lvl5pPr marL="2490470" indent="0">
              <a:buNone/>
              <a:defRPr sz="2220" b="1"/>
            </a:lvl5pPr>
            <a:lvl6pPr marL="3113405" indent="0">
              <a:buNone/>
              <a:defRPr sz="2220" b="1"/>
            </a:lvl6pPr>
            <a:lvl7pPr marL="3735705" indent="0">
              <a:buNone/>
              <a:defRPr sz="2220" b="1"/>
            </a:lvl7pPr>
            <a:lvl8pPr marL="4358640" indent="0">
              <a:buNone/>
              <a:defRPr sz="2220" b="1"/>
            </a:lvl8pPr>
            <a:lvl9pPr marL="4980940" indent="0">
              <a:buNone/>
              <a:defRPr sz="2220" b="1"/>
            </a:lvl9pPr>
          </a:lstStyle>
          <a:p>
            <a:pPr lvl="0"/>
            <a:r>
              <a:rPr lang="vi-VN" altLang="vi-VN">
                <a:latin typeface="Noto Sans"/>
                <a:ea typeface="Noto Sans"/>
              </a:rPr>
              <a:t>Bấm vào đây để chỉnh</a:t>
            </a:r>
          </a:p>
        </p:txBody>
      </p:sp>
      <p:sp>
        <p:nvSpPr>
          <p:cNvPr id="4" name="内容占位符 3"/>
          <p:cNvSpPr>
            <a:spLocks noGrp="1"/>
          </p:cNvSpPr>
          <p:nvPr>
            <p:ph sz="half" idx="2"/>
          </p:nvPr>
        </p:nvSpPr>
        <p:spPr>
          <a:xfrm>
            <a:off x="609604" y="2174879"/>
            <a:ext cx="5386918" cy="3951288"/>
          </a:xfrm>
          <a:prstGeom prst="rect">
            <a:avLst/>
          </a:prstGeom>
        </p:spPr>
        <p:txBody>
          <a:bodyPr>
            <a:normAutofit/>
          </a:bodyPr>
          <a:lstStyle>
            <a:lvl1pPr>
              <a:defRPr sz="3280"/>
            </a:lvl1pPr>
            <a:lvl2pPr>
              <a:defRPr sz="2750"/>
            </a:lvl2pPr>
            <a:lvl3pPr>
              <a:defRPr sz="2435"/>
            </a:lvl3pPr>
            <a:lvl4pPr>
              <a:defRPr sz="2220"/>
            </a:lvl4pPr>
            <a:lvl5pPr>
              <a:defRPr sz="2220"/>
            </a:lvl5pPr>
            <a:lvl6pPr>
              <a:defRPr sz="2220"/>
            </a:lvl6pPr>
            <a:lvl7pPr>
              <a:defRPr sz="2220"/>
            </a:lvl7pPr>
            <a:lvl8pPr>
              <a:defRPr sz="2220"/>
            </a:lvl8pPr>
            <a:lvl9pPr>
              <a:defRPr sz="2220"/>
            </a:lvl9p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5" name="文本占位符 4"/>
          <p:cNvSpPr>
            <a:spLocks noGrp="1"/>
          </p:cNvSpPr>
          <p:nvPr>
            <p:ph type="body" sz="quarter" idx="3"/>
          </p:nvPr>
        </p:nvSpPr>
        <p:spPr>
          <a:xfrm>
            <a:off x="6193377" y="1535117"/>
            <a:ext cx="5389033" cy="639763"/>
          </a:xfrm>
          <a:prstGeom prst="rect">
            <a:avLst/>
          </a:prstGeom>
        </p:spPr>
        <p:txBody>
          <a:bodyPr anchor="t">
            <a:normAutofit/>
          </a:bodyPr>
          <a:lstStyle>
            <a:lvl1pPr marL="0" indent="0">
              <a:buNone/>
              <a:defRPr sz="3280" b="1"/>
            </a:lvl1pPr>
            <a:lvl2pPr marL="622935" indent="0">
              <a:buNone/>
              <a:defRPr sz="2750" b="1"/>
            </a:lvl2pPr>
            <a:lvl3pPr marL="1245235" indent="0">
              <a:buNone/>
              <a:defRPr sz="2435" b="1"/>
            </a:lvl3pPr>
            <a:lvl4pPr marL="1868170" indent="0">
              <a:buNone/>
              <a:defRPr sz="2220" b="1"/>
            </a:lvl4pPr>
            <a:lvl5pPr marL="2490470" indent="0">
              <a:buNone/>
              <a:defRPr sz="2220" b="1"/>
            </a:lvl5pPr>
            <a:lvl6pPr marL="3113405" indent="0">
              <a:buNone/>
              <a:defRPr sz="2220" b="1"/>
            </a:lvl6pPr>
            <a:lvl7pPr marL="3735705" indent="0">
              <a:buNone/>
              <a:defRPr sz="2220" b="1"/>
            </a:lvl7pPr>
            <a:lvl8pPr marL="4358640" indent="0">
              <a:buNone/>
              <a:defRPr sz="2220" b="1"/>
            </a:lvl8pPr>
            <a:lvl9pPr marL="4980940" indent="0">
              <a:buNone/>
              <a:defRPr sz="2220" b="1"/>
            </a:lvl9pPr>
          </a:lstStyle>
          <a:p>
            <a:pPr lvl="0"/>
            <a:r>
              <a:rPr lang="vi-VN" altLang="vi-VN">
                <a:latin typeface="Noto Sans"/>
                <a:ea typeface="Noto Sans"/>
              </a:rPr>
              <a:t>Bấm vào đây để chỉnh</a:t>
            </a:r>
          </a:p>
        </p:txBody>
      </p:sp>
      <p:sp>
        <p:nvSpPr>
          <p:cNvPr id="6" name="内容占位符 5"/>
          <p:cNvSpPr>
            <a:spLocks noGrp="1"/>
          </p:cNvSpPr>
          <p:nvPr>
            <p:ph sz="quarter" idx="4"/>
          </p:nvPr>
        </p:nvSpPr>
        <p:spPr>
          <a:xfrm>
            <a:off x="6193377" y="2174879"/>
            <a:ext cx="5389033" cy="3951288"/>
          </a:xfrm>
          <a:prstGeom prst="rect">
            <a:avLst/>
          </a:prstGeom>
        </p:spPr>
        <p:txBody>
          <a:bodyPr>
            <a:normAutofit/>
          </a:bodyPr>
          <a:lstStyle>
            <a:lvl1pPr>
              <a:defRPr sz="3280"/>
            </a:lvl1pPr>
            <a:lvl2pPr>
              <a:defRPr sz="2750"/>
            </a:lvl2pPr>
            <a:lvl3pPr>
              <a:defRPr sz="2435"/>
            </a:lvl3pPr>
            <a:lvl4pPr>
              <a:defRPr sz="2220"/>
            </a:lvl4pPr>
            <a:lvl5pPr>
              <a:defRPr sz="2220"/>
            </a:lvl5pPr>
            <a:lvl6pPr>
              <a:defRPr sz="2220"/>
            </a:lvl6pPr>
            <a:lvl7pPr>
              <a:defRPr sz="2220"/>
            </a:lvl7pPr>
            <a:lvl8pPr>
              <a:defRPr sz="2220"/>
            </a:lvl8pPr>
            <a:lvl9pPr>
              <a:defRPr sz="2220"/>
            </a:lvl9p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7" name="日期占位符 6"/>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8" name="页脚占位符 7"/>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9" name="灯片编号占位符 8"/>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p>
            <a:r>
              <a:rPr lang="vi-VN" altLang="vi-VN">
                <a:latin typeface="Noto Sans"/>
                <a:ea typeface="Noto Sans"/>
              </a:rPr>
              <a:t>Bấm vào đây để chỉnh</a:t>
            </a:r>
          </a:p>
        </p:txBody>
      </p:sp>
      <p:sp>
        <p:nvSpPr>
          <p:cNvPr id="3" name="日期占位符 2"/>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4" name="页脚占位符 3"/>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5" name="灯片编号占位符 4"/>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3" name="页脚占位符 2"/>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4" name="灯片编号占位符 3"/>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a:prstGeom prst="rect">
            <a:avLst/>
          </a:prstGeom>
        </p:spPr>
        <p:txBody>
          <a:bodyPr anchor="t">
            <a:normAutofit/>
          </a:bodyPr>
          <a:lstStyle>
            <a:lvl1pPr algn="l">
              <a:defRPr sz="2750" b="1"/>
            </a:lvl1pPr>
          </a:lstStyle>
          <a:p>
            <a:r>
              <a:rPr lang="vi-VN" altLang="vi-VN" sz="2500">
                <a:latin typeface="Noto Sans"/>
                <a:ea typeface="Noto Sans"/>
              </a:rPr>
              <a:t>Bấm vào đây để chỉnh sửa kiểu tiêu</a:t>
            </a:r>
          </a:p>
        </p:txBody>
      </p:sp>
      <p:sp>
        <p:nvSpPr>
          <p:cNvPr id="3" name="内容占位符 2"/>
          <p:cNvSpPr>
            <a:spLocks noGrp="1"/>
          </p:cNvSpPr>
          <p:nvPr>
            <p:ph idx="1"/>
          </p:nvPr>
        </p:nvSpPr>
        <p:spPr>
          <a:xfrm>
            <a:off x="4766737" y="273054"/>
            <a:ext cx="6815668" cy="5853113"/>
          </a:xfrm>
          <a:prstGeom prst="rect">
            <a:avLst/>
          </a:prstGeom>
        </p:spPr>
        <p:txBody>
          <a:bodyPr>
            <a:normAutofit/>
          </a:bodyPr>
          <a:lstStyle>
            <a:lvl1pPr>
              <a:defRPr sz="4340"/>
            </a:lvl1pPr>
            <a:lvl2pPr>
              <a:defRPr sz="3810"/>
            </a:lvl2pPr>
            <a:lvl3pPr>
              <a:defRPr sz="3280"/>
            </a:lvl3pPr>
            <a:lvl4pPr>
              <a:defRPr sz="2750"/>
            </a:lvl4pPr>
            <a:lvl5pPr>
              <a:defRPr sz="2750"/>
            </a:lvl5pPr>
            <a:lvl6pPr>
              <a:defRPr sz="2750"/>
            </a:lvl6pPr>
            <a:lvl7pPr>
              <a:defRPr sz="2750"/>
            </a:lvl7pPr>
            <a:lvl8pPr>
              <a:defRPr sz="2750"/>
            </a:lvl8pPr>
            <a:lvl9pPr>
              <a:defRPr sz="2750"/>
            </a:lvl9pPr>
          </a:lstStyle>
          <a:p>
            <a:pPr lvl="0"/>
            <a:r>
              <a:rPr lang="vi-VN" altLang="vi-VN">
                <a:latin typeface="Noto Sans"/>
                <a:ea typeface="Noto Sans"/>
              </a:rPr>
              <a:t>Bấm vào đây để 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文本占位符 3"/>
          <p:cNvSpPr>
            <a:spLocks noGrp="1"/>
          </p:cNvSpPr>
          <p:nvPr>
            <p:ph type="body" sz="half" idx="2"/>
          </p:nvPr>
        </p:nvSpPr>
        <p:spPr>
          <a:xfrm>
            <a:off x="609602" y="1435100"/>
            <a:ext cx="4011084" cy="4691063"/>
          </a:xfrm>
          <a:prstGeom prst="rect">
            <a:avLst/>
          </a:prstGeom>
        </p:spPr>
        <p:txBody>
          <a:bodyPr>
            <a:normAutofit/>
          </a:bodyPr>
          <a:lstStyle>
            <a:lvl1pPr marL="0" indent="0">
              <a:buNone/>
              <a:defRPr sz="1905"/>
            </a:lvl1pPr>
            <a:lvl2pPr marL="622935" indent="0">
              <a:buNone/>
              <a:defRPr sz="1585"/>
            </a:lvl2pPr>
            <a:lvl3pPr marL="1245235" indent="0">
              <a:buNone/>
              <a:defRPr sz="1375"/>
            </a:lvl3pPr>
            <a:lvl4pPr marL="1868170" indent="0">
              <a:buNone/>
              <a:defRPr sz="1270"/>
            </a:lvl4pPr>
            <a:lvl5pPr marL="2490470" indent="0">
              <a:buNone/>
              <a:defRPr sz="1270"/>
            </a:lvl5pPr>
            <a:lvl6pPr marL="3113405" indent="0">
              <a:buNone/>
              <a:defRPr sz="1270"/>
            </a:lvl6pPr>
            <a:lvl7pPr marL="3735705" indent="0">
              <a:buNone/>
              <a:defRPr sz="1270"/>
            </a:lvl7pPr>
            <a:lvl8pPr marL="4358640" indent="0">
              <a:buNone/>
              <a:defRPr sz="1270"/>
            </a:lvl8pPr>
            <a:lvl9pPr marL="4980940" indent="0">
              <a:buNone/>
              <a:defRPr sz="1270"/>
            </a:lvl9pPr>
          </a:lstStyle>
          <a:p>
            <a:pPr lvl="0"/>
            <a:r>
              <a:rPr lang="vi-VN" altLang="vi-VN" sz="1800">
                <a:latin typeface="Noto Sans"/>
                <a:ea typeface="Noto Sans"/>
              </a:rPr>
              <a:t>Bấm vào đây để chỉnh sửa</a:t>
            </a:r>
          </a:p>
        </p:txBody>
      </p:sp>
      <p:sp>
        <p:nvSpPr>
          <p:cNvPr id="5" name="日期占位符 4"/>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6" name="页脚占位符 5"/>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7" name="灯片编号占位符 6"/>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9" y="4800606"/>
            <a:ext cx="7315200" cy="566738"/>
          </a:xfrm>
          <a:prstGeom prst="rect">
            <a:avLst/>
          </a:prstGeom>
        </p:spPr>
        <p:txBody>
          <a:bodyPr anchor="t">
            <a:normAutofit/>
          </a:bodyPr>
          <a:lstStyle>
            <a:lvl1pPr algn="l">
              <a:defRPr sz="2750" b="1"/>
            </a:lvl1pPr>
          </a:lstStyle>
          <a:p>
            <a:r>
              <a:rPr lang="vi-VN" altLang="vi-VN" sz="2500">
                <a:latin typeface="Noto Sans"/>
                <a:ea typeface="Noto Sans"/>
              </a:rPr>
              <a:t>Bấm vào đây để chỉnh sửa</a:t>
            </a:r>
          </a:p>
        </p:txBody>
      </p:sp>
      <p:sp>
        <p:nvSpPr>
          <p:cNvPr id="3" name="图片占位符 2"/>
          <p:cNvSpPr>
            <a:spLocks noGrp="1"/>
          </p:cNvSpPr>
          <p:nvPr>
            <p:ph type="pic" idx="1"/>
          </p:nvPr>
        </p:nvSpPr>
        <p:spPr>
          <a:xfrm>
            <a:off x="2389719" y="612780"/>
            <a:ext cx="7315200" cy="4114800"/>
          </a:xfrm>
          <a:prstGeom prst="rect">
            <a:avLst/>
          </a:prstGeom>
        </p:spPr>
        <p:txBody>
          <a:bodyPr/>
          <a:lstStyle>
            <a:lvl1pPr marL="0" indent="0">
              <a:buNone/>
              <a:defRPr sz="4340"/>
            </a:lvl1pPr>
            <a:lvl2pPr marL="622935" indent="0">
              <a:buNone/>
              <a:defRPr sz="3810"/>
            </a:lvl2pPr>
            <a:lvl3pPr marL="1245235" indent="0">
              <a:buNone/>
              <a:defRPr sz="3280"/>
            </a:lvl3pPr>
            <a:lvl4pPr marL="1868170" indent="0">
              <a:buNone/>
              <a:defRPr sz="2750"/>
            </a:lvl4pPr>
            <a:lvl5pPr marL="2490470" indent="0">
              <a:buNone/>
              <a:defRPr sz="2750"/>
            </a:lvl5pPr>
            <a:lvl6pPr marL="3113405" indent="0">
              <a:buNone/>
              <a:defRPr sz="2750"/>
            </a:lvl6pPr>
            <a:lvl7pPr marL="3735705" indent="0">
              <a:buNone/>
              <a:defRPr sz="2750"/>
            </a:lvl7pPr>
            <a:lvl8pPr marL="4358640" indent="0">
              <a:buNone/>
              <a:defRPr sz="2750"/>
            </a:lvl8pPr>
            <a:lvl9pPr marL="4980940" indent="0">
              <a:buNone/>
              <a:defRPr sz="2750"/>
            </a:lvl9pPr>
          </a:lstStyle>
          <a:p>
            <a:endParaRPr lang="zh-CN" altLang="en-US"/>
          </a:p>
        </p:txBody>
      </p:sp>
      <p:sp>
        <p:nvSpPr>
          <p:cNvPr id="4" name="文本占位符 3"/>
          <p:cNvSpPr>
            <a:spLocks noGrp="1"/>
          </p:cNvSpPr>
          <p:nvPr>
            <p:ph type="body" sz="half" idx="2"/>
          </p:nvPr>
        </p:nvSpPr>
        <p:spPr>
          <a:xfrm>
            <a:off x="2389719" y="5367341"/>
            <a:ext cx="7315200" cy="804862"/>
          </a:xfrm>
          <a:prstGeom prst="rect">
            <a:avLst/>
          </a:prstGeom>
        </p:spPr>
        <p:txBody>
          <a:bodyPr>
            <a:normAutofit/>
          </a:bodyPr>
          <a:lstStyle>
            <a:lvl1pPr marL="0" indent="0">
              <a:buNone/>
              <a:defRPr sz="1905"/>
            </a:lvl1pPr>
            <a:lvl2pPr marL="622935" indent="0">
              <a:buNone/>
              <a:defRPr sz="1585"/>
            </a:lvl2pPr>
            <a:lvl3pPr marL="1245235" indent="0">
              <a:buNone/>
              <a:defRPr sz="1375"/>
            </a:lvl3pPr>
            <a:lvl4pPr marL="1868170" indent="0">
              <a:buNone/>
              <a:defRPr sz="1270"/>
            </a:lvl4pPr>
            <a:lvl5pPr marL="2490470" indent="0">
              <a:buNone/>
              <a:defRPr sz="1270"/>
            </a:lvl5pPr>
            <a:lvl6pPr marL="3113405" indent="0">
              <a:buNone/>
              <a:defRPr sz="1270"/>
            </a:lvl6pPr>
            <a:lvl7pPr marL="3735705" indent="0">
              <a:buNone/>
              <a:defRPr sz="1270"/>
            </a:lvl7pPr>
            <a:lvl8pPr marL="4358640" indent="0">
              <a:buNone/>
              <a:defRPr sz="1270"/>
            </a:lvl8pPr>
            <a:lvl9pPr marL="4980940" indent="0">
              <a:buNone/>
              <a:defRPr sz="1270"/>
            </a:lvl9pPr>
          </a:lstStyle>
          <a:p>
            <a:pPr lvl="0"/>
            <a:r>
              <a:rPr lang="vi-VN" altLang="vi-VN">
                <a:latin typeface="Noto Sans"/>
                <a:ea typeface="Noto Sans"/>
              </a:rPr>
              <a:t>Bấm vào đây để chỉnh sửa kiểu văn bản chính</a:t>
            </a:r>
          </a:p>
        </p:txBody>
      </p:sp>
      <p:sp>
        <p:nvSpPr>
          <p:cNvPr id="5" name="日期占位符 4"/>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6" name="页脚占位符 5"/>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7" name="灯片编号占位符 6"/>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6" y="274644"/>
            <a:ext cx="10972801" cy="1143000"/>
          </a:xfrm>
          <a:prstGeom prst="rect">
            <a:avLst/>
          </a:prstGeom>
        </p:spPr>
        <p:txBody>
          <a:bodyPr>
            <a:normAutofit/>
          </a:bodyPr>
          <a:lstStyle/>
          <a:p>
            <a:r>
              <a:rPr lang="vi-VN" altLang="vi-VN">
                <a:latin typeface="Noto Sans"/>
                <a:ea typeface="Noto Sans"/>
              </a:rPr>
              <a:t>Bấm vào đây để chỉnh</a:t>
            </a:r>
          </a:p>
        </p:txBody>
      </p:sp>
      <p:sp>
        <p:nvSpPr>
          <p:cNvPr id="3" name="竖排文字占位符 2"/>
          <p:cNvSpPr>
            <a:spLocks noGrp="1"/>
          </p:cNvSpPr>
          <p:nvPr>
            <p:ph type="body" orient="vert" idx="1"/>
          </p:nvPr>
        </p:nvSpPr>
        <p:spPr>
          <a:xfrm>
            <a:off x="609606" y="1600202"/>
            <a:ext cx="10972801" cy="4525963"/>
          </a:xfrm>
          <a:prstGeom prst="rect">
            <a:avLst/>
          </a:prstGeom>
        </p:spPr>
        <p:txBody>
          <a:bodyPr vert="vert">
            <a:normAutofit/>
          </a:bodyPr>
          <a:lstStyle/>
          <a:p>
            <a:pPr lvl="0"/>
            <a:r>
              <a:rPr lang="vi-VN" altLang="vi-VN" sz="3000">
                <a:latin typeface="Noto Sans"/>
                <a:ea typeface="Noto Sans"/>
              </a:rPr>
              <a:t>Bấm vào đây để chỉnh sửa kiểu văn bản</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5" y="215906"/>
            <a:ext cx="2743201" cy="4608514"/>
          </a:xfrm>
          <a:prstGeom prst="rect">
            <a:avLst/>
          </a:prstGeom>
        </p:spPr>
        <p:txBody>
          <a:bodyPr vert="vert">
            <a:normAutofit/>
          </a:bodyPr>
          <a:lstStyle/>
          <a:p>
            <a:r>
              <a:rPr lang="vi-VN" altLang="vi-VN" sz="5400">
                <a:latin typeface="Noto Sans"/>
                <a:ea typeface="Noto Sans"/>
              </a:rPr>
              <a:t>Bấm vào</a:t>
            </a:r>
          </a:p>
        </p:txBody>
      </p:sp>
      <p:sp>
        <p:nvSpPr>
          <p:cNvPr id="3" name="竖排文字占位符 2"/>
          <p:cNvSpPr>
            <a:spLocks noGrp="1"/>
          </p:cNvSpPr>
          <p:nvPr>
            <p:ph type="body" orient="vert" idx="1"/>
          </p:nvPr>
        </p:nvSpPr>
        <p:spPr>
          <a:xfrm>
            <a:off x="609599" y="215906"/>
            <a:ext cx="8026400" cy="4608514"/>
          </a:xfrm>
          <a:prstGeom prst="rect">
            <a:avLst/>
          </a:prstGeom>
        </p:spPr>
        <p:txBody>
          <a:bodyPr vert="vert">
            <a:normAutofit/>
          </a:bodyPr>
          <a:lstStyle/>
          <a:p>
            <a:pPr lvl="0"/>
            <a:r>
              <a:rPr lang="vi-VN" altLang="vi-VN" sz="3000">
                <a:latin typeface="Noto Sans"/>
                <a:ea typeface="Noto Sans"/>
              </a:rPr>
              <a:t>Bấm vào đây để chỉnh sửa kiểu văn bản</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p>
        </p:txBody>
      </p:sp>
      <p:sp>
        <p:nvSpPr>
          <p:cNvPr id="4" name="日期占位符 3"/>
          <p:cNvSpPr>
            <a:spLocks noGrp="1"/>
          </p:cNvSpPr>
          <p:nvPr>
            <p:ph type="dt" sz="half" idx="10"/>
          </p:nvPr>
        </p:nvSpPr>
        <p:spPr>
          <a:xfrm>
            <a:off x="609601" y="6356357"/>
            <a:ext cx="2844800" cy="365125"/>
          </a:xfrm>
          <a:prstGeom prst="rect">
            <a:avLst/>
          </a:prstGeom>
        </p:spPr>
        <p:txBody>
          <a:bodyPr>
            <a:normAutofit fontScale="90000" lnSpcReduction="20000"/>
          </a:bodyPr>
          <a:lstStyle/>
          <a:p>
            <a:pPr defTabSz="1245235"/>
            <a:fld id="{FD725410-BEFA-4075-99F8-9B76E6135EB8}" type="datetimeFigureOut">
              <a:rPr lang="vi-VN" altLang="vi-VN" sz="2300" smtClean="0">
                <a:solidFill>
                  <a:srgbClr val="FFFFFF"/>
                </a:solidFill>
                <a:latin typeface="Noto Sans"/>
                <a:ea typeface="Noto Sans"/>
              </a:rPr>
              <a:t>15/01/2026</a:t>
            </a:fld>
            <a:endParaRPr lang="zh-CN" altLang="en-US" sz="2435">
              <a:solidFill>
                <a:srgbClr val="FFFFFF"/>
              </a:solidFill>
            </a:endParaRPr>
          </a:p>
        </p:txBody>
      </p:sp>
      <p:sp>
        <p:nvSpPr>
          <p:cNvPr id="5" name="页脚占位符 4"/>
          <p:cNvSpPr>
            <a:spLocks noGrp="1"/>
          </p:cNvSpPr>
          <p:nvPr>
            <p:ph type="ftr" sz="quarter" idx="11"/>
          </p:nvPr>
        </p:nvSpPr>
        <p:spPr>
          <a:xfrm>
            <a:off x="4165608" y="6356357"/>
            <a:ext cx="3860800" cy="365125"/>
          </a:xfrm>
          <a:prstGeom prst="rect">
            <a:avLst/>
          </a:prstGeom>
        </p:spPr>
        <p:txBody>
          <a:bodyPr/>
          <a:lstStyle/>
          <a:p>
            <a:pPr defTabSz="1245235"/>
            <a:endParaRPr lang="zh-CN" altLang="en-US" sz="2435">
              <a:solidFill>
                <a:srgbClr val="FFFFFF"/>
              </a:solidFill>
            </a:endParaRPr>
          </a:p>
        </p:txBody>
      </p:sp>
      <p:sp>
        <p:nvSpPr>
          <p:cNvPr id="6" name="灯片编号占位符 5"/>
          <p:cNvSpPr>
            <a:spLocks noGrp="1"/>
          </p:cNvSpPr>
          <p:nvPr>
            <p:ph type="sldNum" sz="quarter" idx="12"/>
          </p:nvPr>
        </p:nvSpPr>
        <p:spPr>
          <a:xfrm>
            <a:off x="8737600" y="6356357"/>
            <a:ext cx="2844800" cy="365125"/>
          </a:xfrm>
          <a:prstGeom prst="rect">
            <a:avLst/>
          </a:prstGeom>
        </p:spPr>
        <p:txBody>
          <a:bodyPr>
            <a:normAutofit fontScale="85000" lnSpcReduction="20000"/>
          </a:bodyPr>
          <a:lstStyle/>
          <a:p>
            <a:pPr defTabSz="1245235"/>
            <a:fld id="{ABCBC4E8-88EF-4446-9533-1BB591964EAE}" type="slidenum">
              <a:rPr lang="vi-VN" altLang="vi-VN" sz="2435" smtClean="0">
                <a:solidFill>
                  <a:srgbClr val="FFFFFF"/>
                </a:solidFill>
                <a:latin typeface="Noto Sans"/>
                <a:ea typeface="Noto Sans"/>
              </a:rPr>
              <a:t>‹#›</a:t>
            </a:fld>
            <a:endParaRPr lang="zh-CN" altLang="en-US" sz="2435">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52" name="矩形 51"/>
          <p:cNvSpPr/>
          <p:nvPr userDrawn="1"/>
        </p:nvSpPr>
        <p:spPr>
          <a:xfrm>
            <a:off x="0" y="6461393"/>
            <a:ext cx="12192001" cy="383061"/>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53" name="组合 52"/>
          <p:cNvGrpSpPr/>
          <p:nvPr userDrawn="1"/>
        </p:nvGrpSpPr>
        <p:grpSpPr>
          <a:xfrm>
            <a:off x="329513" y="996716"/>
            <a:ext cx="10327904" cy="60959"/>
            <a:chOff x="247135" y="747537"/>
            <a:chExt cx="7745928" cy="45719"/>
          </a:xfrm>
          <a:solidFill>
            <a:schemeClr val="accent3">
              <a:lumMod val="50000"/>
            </a:schemeClr>
          </a:solidFill>
        </p:grpSpPr>
        <p:cxnSp>
          <p:nvCxnSpPr>
            <p:cNvPr id="54" name="直接连接符 53"/>
            <p:cNvCxnSpPr/>
            <p:nvPr/>
          </p:nvCxnSpPr>
          <p:spPr>
            <a:xfrm flipH="1">
              <a:off x="247135" y="770396"/>
              <a:ext cx="7745928" cy="0"/>
            </a:xfrm>
            <a:prstGeom prst="line">
              <a:avLst/>
            </a:prstGeom>
            <a:grpFill/>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247135" y="747537"/>
              <a:ext cx="3123921" cy="4571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t">
            <a:normAutofit/>
          </a:bodyPr>
          <a:lstStyle>
            <a:lvl1pPr algn="ctr">
              <a:defRPr sz="6000"/>
            </a:lvl1pPr>
          </a:lstStyle>
          <a:p>
            <a:r>
              <a:rPr lang="vi-VN" altLang="vi-VN">
                <a:latin typeface="Noto Sans"/>
                <a:ea typeface="Noto Sans"/>
              </a:rPr>
              <a:t>Bấm vào đây để chỉnh sửa kiểu tiêu đề chính</a:t>
            </a:r>
            <a:endParaRPr lang="en-US"/>
          </a:p>
        </p:txBody>
      </p:sp>
      <p:sp>
        <p:nvSpPr>
          <p:cNvPr id="3" name="Subtitle 2"/>
          <p:cNvSpPr>
            <a:spLocks noGrp="1"/>
          </p:cNvSpPr>
          <p:nvPr>
            <p:ph type="subTitle" idx="1" hasCustomPrompt="1"/>
          </p:nvPr>
        </p:nvSpPr>
        <p:spPr>
          <a:xfrm>
            <a:off x="1524000" y="3602037"/>
            <a:ext cx="9144000" cy="1655763"/>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ltLang="vi-VN">
                <a:latin typeface="Noto Sans"/>
                <a:ea typeface="Noto Sans"/>
              </a:rPr>
              <a:t>Nhấp để chỉnh sửa kiểu phụ đề chính</a:t>
            </a:r>
            <a:endParaRPr lang="en-US"/>
          </a:p>
        </p:txBody>
      </p:sp>
      <p:sp>
        <p:nvSpPr>
          <p:cNvPr id="4" name="Date Placeholder 3"/>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ltLang="vi-VN">
                <a:latin typeface="Noto Sans"/>
                <a:ea typeface="Noto Sans"/>
              </a:rPr>
              <a:t>Bấm vào đây để chỉnh sửa kiểu tiêu</a:t>
            </a:r>
            <a:endParaRPr lang="en-US"/>
          </a:p>
        </p:txBody>
      </p:sp>
      <p:sp>
        <p:nvSpPr>
          <p:cNvPr id="3" name="Content Placeholder 2"/>
          <p:cNvSpPr>
            <a:spLocks noGrp="1"/>
          </p:cNvSpPr>
          <p:nvPr>
            <p:ph idx="1" hasCustomPrompt="1"/>
          </p:nvPr>
        </p:nvSpPr>
        <p:spPr/>
        <p:txBody>
          <a:bodyPr>
            <a:normAutofit/>
          </a:bodyPr>
          <a:lstStyle/>
          <a:p>
            <a:pPr lvl="0"/>
            <a:r>
              <a:rPr lang="vi-VN" altLang="vi-VN">
                <a:latin typeface="Noto Sans"/>
                <a:ea typeface="Noto Sans"/>
              </a:rPr>
              <a:t>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Date Placeholder 3"/>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t">
            <a:normAutofit/>
          </a:bodyPr>
          <a:lstStyle>
            <a:lvl1pPr>
              <a:defRPr sz="6000"/>
            </a:lvl1pPr>
          </a:lstStyle>
          <a:p>
            <a:r>
              <a:rPr lang="vi-VN" altLang="vi-VN">
                <a:latin typeface="Noto Sans"/>
                <a:ea typeface="Noto Sans"/>
              </a:rPr>
              <a:t>Bấm vào đây để chỉnh</a:t>
            </a:r>
            <a:endParaRPr lang="en-US"/>
          </a:p>
        </p:txBody>
      </p:sp>
      <p:sp>
        <p:nvSpPr>
          <p:cNvPr id="3" name="Text Placeholder 2"/>
          <p:cNvSpPr>
            <a:spLocks noGrp="1"/>
          </p:cNvSpPr>
          <p:nvPr>
            <p:ph type="body" idx="1" hasCustomPrompt="1"/>
          </p:nvPr>
        </p:nvSpPr>
        <p:spPr>
          <a:xfrm>
            <a:off x="831851" y="4589464"/>
            <a:ext cx="10515600"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ltLang="vi-VN">
                <a:latin typeface="Noto Sans"/>
                <a:ea typeface="Noto Sans"/>
              </a:rPr>
              <a:t>Chỉnh sửa kiểu văn bản chính</a:t>
            </a:r>
          </a:p>
        </p:txBody>
      </p:sp>
      <p:sp>
        <p:nvSpPr>
          <p:cNvPr id="4" name="Date Placeholder 3"/>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ltLang="vi-VN">
                <a:latin typeface="Noto Sans"/>
                <a:ea typeface="Noto Sans"/>
              </a:rPr>
              <a:t>Bấm vào đây để chỉnh sửa kiểu tiêu</a:t>
            </a:r>
            <a:endParaRPr lang="en-US"/>
          </a:p>
        </p:txBody>
      </p:sp>
      <p:sp>
        <p:nvSpPr>
          <p:cNvPr id="3" name="Content Placeholder 2"/>
          <p:cNvSpPr>
            <a:spLocks noGrp="1"/>
          </p:cNvSpPr>
          <p:nvPr>
            <p:ph sz="half" idx="1" hasCustomPrompt="1"/>
          </p:nvPr>
        </p:nvSpPr>
        <p:spPr>
          <a:xfrm>
            <a:off x="838200" y="1825625"/>
            <a:ext cx="5181600" cy="4351339"/>
          </a:xfrm>
        </p:spPr>
        <p:txBody>
          <a:bodyPr>
            <a:normAutofit/>
          </a:body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Content Placeholder 3"/>
          <p:cNvSpPr>
            <a:spLocks noGrp="1"/>
          </p:cNvSpPr>
          <p:nvPr>
            <p:ph sz="half" idx="2" hasCustomPrompt="1"/>
          </p:nvPr>
        </p:nvSpPr>
        <p:spPr>
          <a:xfrm>
            <a:off x="6172200" y="1825625"/>
            <a:ext cx="5181600" cy="4351339"/>
          </a:xfrm>
        </p:spPr>
        <p:txBody>
          <a:bodyPr>
            <a:normAutofit/>
          </a:body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5" name="Date Placeholder 4"/>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ormAutofit/>
          </a:bodyPr>
          <a:lstStyle/>
          <a:p>
            <a:r>
              <a:rPr lang="vi-VN" altLang="vi-VN">
                <a:latin typeface="Noto Sans"/>
                <a:ea typeface="Noto Sans"/>
              </a:rPr>
              <a:t>Bấm vào đây để chỉnh sửa kiểu tiêu</a:t>
            </a:r>
            <a:endParaRPr lang="en-US"/>
          </a:p>
        </p:txBody>
      </p:sp>
      <p:sp>
        <p:nvSpPr>
          <p:cNvPr id="3" name="Text Placeholder 2"/>
          <p:cNvSpPr>
            <a:spLocks noGrp="1"/>
          </p:cNvSpPr>
          <p:nvPr>
            <p:ph type="body" idx="1" hasCustomPrompt="1"/>
          </p:nvPr>
        </p:nvSpPr>
        <p:spPr>
          <a:xfrm>
            <a:off x="839789" y="1681163"/>
            <a:ext cx="5157787" cy="823912"/>
          </a:xfrm>
        </p:spPr>
        <p:txBody>
          <a:bodyPr anchor="t">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ltLang="vi-VN">
                <a:latin typeface="Noto Sans"/>
                <a:ea typeface="Noto Sans"/>
              </a:rPr>
              <a:t>Chỉnh sửa kiểu văn bản chính</a:t>
            </a:r>
          </a:p>
        </p:txBody>
      </p:sp>
      <p:sp>
        <p:nvSpPr>
          <p:cNvPr id="4" name="Content Placeholder 3"/>
          <p:cNvSpPr>
            <a:spLocks noGrp="1"/>
          </p:cNvSpPr>
          <p:nvPr>
            <p:ph sz="half" idx="2" hasCustomPrompt="1"/>
          </p:nvPr>
        </p:nvSpPr>
        <p:spPr>
          <a:xfrm>
            <a:off x="839789" y="2505075"/>
            <a:ext cx="5157787" cy="3684588"/>
          </a:xfrm>
        </p:spPr>
        <p:txBody>
          <a:bodyPr>
            <a:normAutofit/>
          </a:body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5" name="Text Placeholder 4"/>
          <p:cNvSpPr>
            <a:spLocks noGrp="1"/>
          </p:cNvSpPr>
          <p:nvPr>
            <p:ph type="body" sz="quarter" idx="3" hasCustomPrompt="1"/>
          </p:nvPr>
        </p:nvSpPr>
        <p:spPr>
          <a:xfrm>
            <a:off x="6172200" y="1681163"/>
            <a:ext cx="5183188" cy="823912"/>
          </a:xfrm>
        </p:spPr>
        <p:txBody>
          <a:bodyPr anchor="t">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ltLang="vi-VN">
                <a:latin typeface="Noto Sans"/>
                <a:ea typeface="Noto Sans"/>
              </a:rPr>
              <a:t>Chỉnh sửa kiểu văn bản chính</a:t>
            </a:r>
          </a:p>
        </p:txBody>
      </p:sp>
      <p:sp>
        <p:nvSpPr>
          <p:cNvPr id="6" name="Content Placeholder 5"/>
          <p:cNvSpPr>
            <a:spLocks noGrp="1"/>
          </p:cNvSpPr>
          <p:nvPr>
            <p:ph sz="quarter" idx="4" hasCustomPrompt="1"/>
          </p:nvPr>
        </p:nvSpPr>
        <p:spPr>
          <a:xfrm>
            <a:off x="6172200" y="2505075"/>
            <a:ext cx="5183188" cy="3684588"/>
          </a:xfrm>
        </p:spPr>
        <p:txBody>
          <a:bodyPr>
            <a:normAutofit/>
          </a:body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7" name="Date Placeholder 6"/>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ltLang="vi-VN">
                <a:latin typeface="Noto Sans"/>
                <a:ea typeface="Noto Sans"/>
              </a:rPr>
              <a:t>Bấm vào đây để chỉnh sửa kiểu tiêu</a:t>
            </a:r>
            <a:endParaRPr lang="en-US"/>
          </a:p>
        </p:txBody>
      </p:sp>
      <p:sp>
        <p:nvSpPr>
          <p:cNvPr id="3" name="Date Placeholder 2"/>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t">
            <a:normAutofit/>
          </a:bodyPr>
          <a:lstStyle>
            <a:lvl1pPr>
              <a:defRPr sz="3200"/>
            </a:lvl1pPr>
          </a:lstStyle>
          <a:p>
            <a:r>
              <a:rPr lang="vi-VN" altLang="vi-VN" sz="2700">
                <a:latin typeface="Noto Sans"/>
                <a:ea typeface="Noto Sans"/>
              </a:rPr>
              <a:t>Bấm vào đây để chỉnh sửa kiểu tiêu đề</a:t>
            </a:r>
            <a:endParaRPr lang="en-US"/>
          </a:p>
        </p:txBody>
      </p:sp>
      <p:sp>
        <p:nvSpPr>
          <p:cNvPr id="3" name="Content Placeholder 2"/>
          <p:cNvSpPr>
            <a:spLocks noGrp="1"/>
          </p:cNvSpPr>
          <p:nvPr>
            <p:ph idx="1" hasCustomPrompt="1"/>
          </p:nvPr>
        </p:nvSpPr>
        <p:spPr>
          <a:xfrm>
            <a:off x="5183188" y="987425"/>
            <a:ext cx="6172200" cy="4873625"/>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ltLang="vi-VN">
                <a:latin typeface="Noto Sans"/>
                <a:ea typeface="Noto Sans"/>
              </a:rPr>
              <a:t>Chỉnh sửa kiểu</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Text Placeholder 3"/>
          <p:cNvSpPr>
            <a:spLocks noGrp="1"/>
          </p:cNvSpPr>
          <p:nvPr>
            <p:ph type="body" sz="half" idx="2" hasCustomPrompt="1"/>
          </p:nvPr>
        </p:nvSpPr>
        <p:spPr>
          <a:xfrm>
            <a:off x="839788" y="2057400"/>
            <a:ext cx="3932237" cy="381158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ltLang="vi-VN">
                <a:latin typeface="Noto Sans"/>
                <a:ea typeface="Noto Sans"/>
              </a:rPr>
              <a:t>Chỉnh sửa kiểu</a:t>
            </a:r>
          </a:p>
        </p:txBody>
      </p:sp>
      <p:sp>
        <p:nvSpPr>
          <p:cNvPr id="5" name="Date Placeholder 4"/>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t">
            <a:normAutofit/>
          </a:bodyPr>
          <a:lstStyle>
            <a:lvl1pPr>
              <a:defRPr sz="3200"/>
            </a:lvl1pPr>
          </a:lstStyle>
          <a:p>
            <a:r>
              <a:rPr lang="vi-VN" altLang="vi-VN" sz="2700">
                <a:latin typeface="Noto Sans"/>
                <a:ea typeface="Noto Sans"/>
              </a:rPr>
              <a:t>Bấm vào đây để chỉnh sửa kiểu tiêu đề</a:t>
            </a:r>
            <a:endParaRPr lang="en-US"/>
          </a:p>
        </p:txBody>
      </p:sp>
      <p:sp>
        <p:nvSpPr>
          <p:cNvPr id="3" name="Picture Placeholder 2"/>
          <p:cNvSpPr>
            <a:spLocks noGrp="1" noChangeAspect="1"/>
          </p:cNvSpPr>
          <p:nvPr>
            <p:ph type="pic" idx="1"/>
          </p:nvPr>
        </p:nvSpPr>
        <p:spPr>
          <a:xfrm>
            <a:off x="5183188" y="987425"/>
            <a:ext cx="6172200" cy="4873625"/>
          </a:xfrm>
        </p:spPr>
        <p:txBody>
          <a:bodyPr anchor="t">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ltLang="vi-VN">
                <a:latin typeface="Noto Sans"/>
                <a:ea typeface="Noto Sans"/>
              </a:rPr>
              <a:t>Bấm vào biểu tượng để thêm</a:t>
            </a:r>
            <a:endParaRPr lang="en-US"/>
          </a:p>
        </p:txBody>
      </p:sp>
      <p:sp>
        <p:nvSpPr>
          <p:cNvPr id="4" name="Text Placeholder 3"/>
          <p:cNvSpPr>
            <a:spLocks noGrp="1"/>
          </p:cNvSpPr>
          <p:nvPr>
            <p:ph type="body" sz="half" idx="2" hasCustomPrompt="1"/>
          </p:nvPr>
        </p:nvSpPr>
        <p:spPr>
          <a:xfrm>
            <a:off x="839788" y="2057400"/>
            <a:ext cx="3932237" cy="381158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ltLang="vi-VN">
                <a:latin typeface="Noto Sans"/>
                <a:ea typeface="Noto Sans"/>
              </a:rPr>
              <a:t>Chỉnh sửa kiểu</a:t>
            </a:r>
          </a:p>
        </p:txBody>
      </p:sp>
      <p:sp>
        <p:nvSpPr>
          <p:cNvPr id="5" name="Date Placeholder 4"/>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ltLang="vi-VN">
                <a:latin typeface="Noto Sans"/>
                <a:ea typeface="Noto Sans"/>
              </a:rPr>
              <a:t>Bấm vào đây để chỉnh sửa kiểu tiêu</a:t>
            </a:r>
            <a:endParaRPr lang="en-US"/>
          </a:p>
        </p:txBody>
      </p:sp>
      <p:sp>
        <p:nvSpPr>
          <p:cNvPr id="3" name="Vertical Text Placeholder 2"/>
          <p:cNvSpPr>
            <a:spLocks noGrp="1"/>
          </p:cNvSpPr>
          <p:nvPr>
            <p:ph type="body" orient="vert" idx="1" hasCustomPrompt="1"/>
          </p:nvPr>
        </p:nvSpPr>
        <p:spPr/>
        <p:txBody>
          <a:bodyPr vert="vert">
            <a:normAutofit/>
          </a:bodyPr>
          <a:lstStyle/>
          <a:p>
            <a:pPr lvl="0"/>
            <a:r>
              <a:rPr lang="vi-VN" altLang="vi-VN">
                <a:latin typeface="Noto Sans"/>
                <a:ea typeface="Noto Sans"/>
              </a:rPr>
              <a:t>Chỉnh sửa kiểu văn bản</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Date Placeholder 3"/>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9"/>
          </a:xfrm>
        </p:spPr>
        <p:txBody>
          <a:bodyPr vert="vert">
            <a:normAutofit/>
          </a:bodyPr>
          <a:lstStyle/>
          <a:p>
            <a:r>
              <a:rPr lang="vi-VN" altLang="vi-VN" sz="4200">
                <a:latin typeface="Noto Sans"/>
                <a:ea typeface="Noto Sans"/>
              </a:rPr>
              <a:t>Bấm vào đây để chỉnh sửa kiểu tiêu đề</a:t>
            </a:r>
            <a:endParaRPr lang="en-US"/>
          </a:p>
        </p:txBody>
      </p:sp>
      <p:sp>
        <p:nvSpPr>
          <p:cNvPr id="3" name="Vertical Text Placeholder 2"/>
          <p:cNvSpPr>
            <a:spLocks noGrp="1"/>
          </p:cNvSpPr>
          <p:nvPr>
            <p:ph type="body" orient="vert" idx="1" hasCustomPrompt="1"/>
          </p:nvPr>
        </p:nvSpPr>
        <p:spPr>
          <a:xfrm>
            <a:off x="838200" y="365125"/>
            <a:ext cx="7734300" cy="5811839"/>
          </a:xfrm>
        </p:spPr>
        <p:txBody>
          <a:bodyPr vert="vert">
            <a:normAutofit/>
          </a:bodyPr>
          <a:lstStyle/>
          <a:p>
            <a:pPr lvl="0"/>
            <a:r>
              <a:rPr lang="vi-VN" altLang="vi-VN">
                <a:latin typeface="Noto Sans"/>
                <a:ea typeface="Noto Sans"/>
              </a:rPr>
              <a:t>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Date Placeholder 3"/>
          <p:cNvSpPr>
            <a:spLocks noGrp="1"/>
          </p:cNvSpPr>
          <p:nvPr>
            <p:ph type="dt" sz="half" idx="10"/>
          </p:nvPr>
        </p:nvSpPr>
        <p:spPr/>
        <p:txBody>
          <a:bodyPr>
            <a:normAutofit/>
          </a:bodyPr>
          <a:lstStyle/>
          <a:p>
            <a:fld id="{338D311F-5273-49D9-8923-B0334C2356D8}" type="datetimeFigureOut">
              <a:rPr lang="vi-VN" altLang="vi-VN" sz="1100" smtClean="0">
                <a:latin typeface="Noto Sans"/>
                <a:ea typeface="Noto Sans"/>
              </a:rPr>
              <a:t>15/01/2026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p>
            <a:fld id="{82952373-7980-4DA7-9ADE-54D716DB38BB}" type="slidenum">
              <a:rPr lang="vi-VN" altLang="vi-VN" smtClean="0">
                <a:latin typeface="Noto Sans"/>
                <a:ea typeface="Noto Sans"/>
              </a:rPr>
              <a:t>‹#›</a:t>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spd="slow" p14:dur="20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xStyles>
    <p:titleStyle>
      <a:lvl1pPr algn="ctr" defTabSz="1245235" rtl="0" eaLnBrk="1" latinLnBrk="0" hangingPunct="1">
        <a:spcBef>
          <a:spcPct val="0"/>
        </a:spcBef>
        <a:buNone/>
        <a:defRPr sz="6030" kern="1200">
          <a:solidFill>
            <a:schemeClr val="tx1"/>
          </a:solidFill>
          <a:latin typeface="+mj-lt"/>
          <a:ea typeface="+mj-ea"/>
          <a:cs typeface="+mj-cs"/>
        </a:defRPr>
      </a:lvl1pPr>
    </p:titleStyle>
    <p:bodyStyle>
      <a:lvl1pPr marL="466725" indent="-466725" algn="l" defTabSz="1245235" rtl="0" eaLnBrk="1" latinLnBrk="0" hangingPunct="1">
        <a:spcBef>
          <a:spcPct val="20000"/>
        </a:spcBef>
        <a:buFont typeface="Arial" panose="020B0604020202020204" pitchFamily="34" charset="0"/>
        <a:buChar char="•"/>
        <a:defRPr sz="4340" kern="1200">
          <a:solidFill>
            <a:schemeClr val="tx1"/>
          </a:solidFill>
          <a:latin typeface="+mn-lt"/>
          <a:ea typeface="+mn-ea"/>
          <a:cs typeface="+mn-cs"/>
        </a:defRPr>
      </a:lvl1pPr>
      <a:lvl2pPr marL="1011555" indent="-389255" algn="l" defTabSz="1245235" rtl="0" eaLnBrk="1" latinLnBrk="0" hangingPunct="1">
        <a:spcBef>
          <a:spcPct val="20000"/>
        </a:spcBef>
        <a:buFont typeface="Arial" panose="020B0604020202020204" pitchFamily="34" charset="0"/>
        <a:buChar char="–"/>
        <a:defRPr sz="3810" kern="1200">
          <a:solidFill>
            <a:schemeClr val="tx1"/>
          </a:solidFill>
          <a:latin typeface="+mn-lt"/>
          <a:ea typeface="+mn-ea"/>
          <a:cs typeface="+mn-cs"/>
        </a:defRPr>
      </a:lvl2pPr>
      <a:lvl3pPr marL="1556385" indent="-311150" algn="l" defTabSz="1245235" rtl="0" eaLnBrk="1" latinLnBrk="0" hangingPunct="1">
        <a:spcBef>
          <a:spcPct val="20000"/>
        </a:spcBef>
        <a:buFont typeface="Arial" panose="020B0604020202020204" pitchFamily="34" charset="0"/>
        <a:buChar char="•"/>
        <a:defRPr sz="3280" kern="1200">
          <a:solidFill>
            <a:schemeClr val="tx1"/>
          </a:solidFill>
          <a:latin typeface="+mn-lt"/>
          <a:ea typeface="+mn-ea"/>
          <a:cs typeface="+mn-cs"/>
        </a:defRPr>
      </a:lvl3pPr>
      <a:lvl4pPr marL="2179320"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4pPr>
      <a:lvl5pPr marL="2801620"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5pPr>
      <a:lvl6pPr marL="3424555"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6pPr>
      <a:lvl7pPr marL="4047490"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7pPr>
      <a:lvl8pPr marL="4669790"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8pPr>
      <a:lvl9pPr marL="5292725" indent="-311150" algn="l" defTabSz="1245235" rtl="0" eaLnBrk="1" latinLnBrk="0" hangingPunct="1">
        <a:spcBef>
          <a:spcPct val="20000"/>
        </a:spcBef>
        <a:buFont typeface="Arial" panose="020B0604020202020204" pitchFamily="34" charset="0"/>
        <a:buChar char="•"/>
        <a:defRPr sz="2750" kern="1200">
          <a:solidFill>
            <a:schemeClr val="tx1"/>
          </a:solidFill>
          <a:latin typeface="+mn-lt"/>
          <a:ea typeface="+mn-ea"/>
          <a:cs typeface="+mn-cs"/>
        </a:defRPr>
      </a:lvl9pPr>
    </p:bodyStyle>
    <p:otherStyle>
      <a:defPPr>
        <a:defRPr lang="zh-CN"/>
      </a:defPPr>
      <a:lvl1pPr marL="0" algn="l" defTabSz="1245235" rtl="0" eaLnBrk="1" latinLnBrk="0" hangingPunct="1">
        <a:defRPr sz="2435" kern="1200">
          <a:solidFill>
            <a:schemeClr val="tx1"/>
          </a:solidFill>
          <a:latin typeface="+mn-lt"/>
          <a:ea typeface="+mn-ea"/>
          <a:cs typeface="+mn-cs"/>
        </a:defRPr>
      </a:lvl1pPr>
      <a:lvl2pPr marL="622935" algn="l" defTabSz="1245235" rtl="0" eaLnBrk="1" latinLnBrk="0" hangingPunct="1">
        <a:defRPr sz="2435" kern="1200">
          <a:solidFill>
            <a:schemeClr val="tx1"/>
          </a:solidFill>
          <a:latin typeface="+mn-lt"/>
          <a:ea typeface="+mn-ea"/>
          <a:cs typeface="+mn-cs"/>
        </a:defRPr>
      </a:lvl2pPr>
      <a:lvl3pPr marL="1245235" algn="l" defTabSz="1245235" rtl="0" eaLnBrk="1" latinLnBrk="0" hangingPunct="1">
        <a:defRPr sz="2435" kern="1200">
          <a:solidFill>
            <a:schemeClr val="tx1"/>
          </a:solidFill>
          <a:latin typeface="+mn-lt"/>
          <a:ea typeface="+mn-ea"/>
          <a:cs typeface="+mn-cs"/>
        </a:defRPr>
      </a:lvl3pPr>
      <a:lvl4pPr marL="1868170" algn="l" defTabSz="1245235" rtl="0" eaLnBrk="1" latinLnBrk="0" hangingPunct="1">
        <a:defRPr sz="2435" kern="1200">
          <a:solidFill>
            <a:schemeClr val="tx1"/>
          </a:solidFill>
          <a:latin typeface="+mn-lt"/>
          <a:ea typeface="+mn-ea"/>
          <a:cs typeface="+mn-cs"/>
        </a:defRPr>
      </a:lvl4pPr>
      <a:lvl5pPr marL="2490470" algn="l" defTabSz="1245235" rtl="0" eaLnBrk="1" latinLnBrk="0" hangingPunct="1">
        <a:defRPr sz="2435" kern="1200">
          <a:solidFill>
            <a:schemeClr val="tx1"/>
          </a:solidFill>
          <a:latin typeface="+mn-lt"/>
          <a:ea typeface="+mn-ea"/>
          <a:cs typeface="+mn-cs"/>
        </a:defRPr>
      </a:lvl5pPr>
      <a:lvl6pPr marL="3113405" algn="l" defTabSz="1245235" rtl="0" eaLnBrk="1" latinLnBrk="0" hangingPunct="1">
        <a:defRPr sz="2435" kern="1200">
          <a:solidFill>
            <a:schemeClr val="tx1"/>
          </a:solidFill>
          <a:latin typeface="+mn-lt"/>
          <a:ea typeface="+mn-ea"/>
          <a:cs typeface="+mn-cs"/>
        </a:defRPr>
      </a:lvl6pPr>
      <a:lvl7pPr marL="3735705" algn="l" defTabSz="1245235" rtl="0" eaLnBrk="1" latinLnBrk="0" hangingPunct="1">
        <a:defRPr sz="2435" kern="1200">
          <a:solidFill>
            <a:schemeClr val="tx1"/>
          </a:solidFill>
          <a:latin typeface="+mn-lt"/>
          <a:ea typeface="+mn-ea"/>
          <a:cs typeface="+mn-cs"/>
        </a:defRPr>
      </a:lvl7pPr>
      <a:lvl8pPr marL="4358640" algn="l" defTabSz="1245235" rtl="0" eaLnBrk="1" latinLnBrk="0" hangingPunct="1">
        <a:defRPr sz="2435" kern="1200">
          <a:solidFill>
            <a:schemeClr val="tx1"/>
          </a:solidFill>
          <a:latin typeface="+mn-lt"/>
          <a:ea typeface="+mn-ea"/>
          <a:cs typeface="+mn-cs"/>
        </a:defRPr>
      </a:lvl8pPr>
      <a:lvl9pPr marL="4980940" algn="l" defTabSz="1245235" rtl="0" eaLnBrk="1" latinLnBrk="0" hangingPunct="1">
        <a:defRPr sz="243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vi-VN" altLang="vi-VN">
                <a:latin typeface="Noto Sans"/>
                <a:ea typeface="Noto Sans"/>
              </a:rPr>
              <a:t>Bấm vào đây để chỉnh sửa kiểu tiêu</a:t>
            </a:r>
            <a:endParaRPr lang="en-US"/>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vi-VN" altLang="vi-VN">
                <a:latin typeface="Noto Sans"/>
                <a:ea typeface="Noto Sans"/>
              </a:rPr>
              <a:t>Chỉnh sửa kiểu văn bản chính</a:t>
            </a:r>
          </a:p>
          <a:p>
            <a:pPr lvl="1"/>
            <a:r>
              <a:rPr lang="vi-VN" altLang="vi-VN">
                <a:latin typeface="Noto Sans"/>
                <a:ea typeface="Noto Sans"/>
              </a:rPr>
              <a:t>Cấp độ thứ hai</a:t>
            </a:r>
          </a:p>
          <a:p>
            <a:pPr lvl="2"/>
            <a:r>
              <a:rPr lang="vi-VN" altLang="vi-VN">
                <a:latin typeface="Noto Sans"/>
                <a:ea typeface="Noto Sans"/>
              </a:rPr>
              <a:t>Cấp 3</a:t>
            </a:r>
          </a:p>
          <a:p>
            <a:pPr lvl="3"/>
            <a:r>
              <a:rPr lang="vi-VN" altLang="vi-VN">
                <a:latin typeface="Noto Sans"/>
                <a:ea typeface="Noto Sans"/>
              </a:rPr>
              <a:t>Cấp 4</a:t>
            </a:r>
          </a:p>
          <a:p>
            <a:pPr lvl="4"/>
            <a:r>
              <a:rPr lang="vi-VN" altLang="vi-VN">
                <a:latin typeface="Noto Sans"/>
                <a:ea typeface="Noto Sans"/>
              </a:rPr>
              <a:t>Cấp 5</a:t>
            </a:r>
            <a:endParaRPr 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338D311F-5273-49D9-8923-B0334C2356D8}" type="datetimeFigureOut">
              <a:rPr lang="vi-VN" altLang="vi-VN" sz="1100" smtClean="0">
                <a:latin typeface="Noto Sans"/>
                <a:ea typeface="Noto Sans"/>
              </a:rPr>
              <a:t>15/01/2026</a:t>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82952373-7980-4DA7-9ADE-54D716DB38BB}" type="slidenum">
              <a:rPr lang="vi-VN" altLang="vi-VN" smtClean="0">
                <a:latin typeface="Noto Sans"/>
                <a:ea typeface="Noto Sans"/>
              </a:rPr>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6"/>
          <p:cNvSpPr/>
          <p:nvPr/>
        </p:nvSpPr>
        <p:spPr bwMode="auto">
          <a:xfrm>
            <a:off x="-24315" y="-17419"/>
            <a:ext cx="4367317" cy="5069536"/>
          </a:xfrm>
          <a:custGeom>
            <a:avLst/>
            <a:gdLst>
              <a:gd name="connsiteX0" fmla="*/ 3873521 w 4367317"/>
              <a:gd name="connsiteY0" fmla="*/ 0 h 5069536"/>
              <a:gd name="connsiteX1" fmla="*/ 4367317 w 4367317"/>
              <a:gd name="connsiteY1" fmla="*/ 0 h 5069536"/>
              <a:gd name="connsiteX2" fmla="*/ 0 w 4367317"/>
              <a:gd name="connsiteY2" fmla="*/ 5069536 h 5069536"/>
              <a:gd name="connsiteX3" fmla="*/ 0 w 4367317"/>
              <a:gd name="connsiteY3" fmla="*/ 1974215 h 5069536"/>
            </a:gdLst>
            <a:ahLst/>
            <a:cxnLst>
              <a:cxn ang="0">
                <a:pos x="connsiteX0" y="connsiteY0"/>
              </a:cxn>
              <a:cxn ang="0">
                <a:pos x="connsiteX1" y="connsiteY1"/>
              </a:cxn>
              <a:cxn ang="0">
                <a:pos x="connsiteX2" y="connsiteY2"/>
              </a:cxn>
              <a:cxn ang="0">
                <a:pos x="connsiteX3" y="connsiteY3"/>
              </a:cxn>
            </a:cxnLst>
            <a:rect l="l" t="t" r="r" b="b"/>
            <a:pathLst>
              <a:path w="4367317" h="5069536">
                <a:moveTo>
                  <a:pt x="3873521" y="0"/>
                </a:moveTo>
                <a:lnTo>
                  <a:pt x="4367317" y="0"/>
                </a:lnTo>
                <a:lnTo>
                  <a:pt x="0" y="5069536"/>
                </a:lnTo>
                <a:lnTo>
                  <a:pt x="0" y="1974215"/>
                </a:lnTo>
                <a:close/>
              </a:path>
            </a:pathLst>
          </a:custGeom>
          <a:solidFill>
            <a:srgbClr val="EFEF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7" name="5"/>
          <p:cNvSpPr/>
          <p:nvPr/>
        </p:nvSpPr>
        <p:spPr bwMode="auto">
          <a:xfrm>
            <a:off x="-24316" y="-43545"/>
            <a:ext cx="3955151" cy="2314573"/>
          </a:xfrm>
          <a:custGeom>
            <a:avLst/>
            <a:gdLst>
              <a:gd name="connsiteX0" fmla="*/ 0 w 3955151"/>
              <a:gd name="connsiteY0" fmla="*/ 0 h 2314573"/>
              <a:gd name="connsiteX1" fmla="*/ 3541893 w 3955151"/>
              <a:gd name="connsiteY1" fmla="*/ 0 h 2314573"/>
              <a:gd name="connsiteX2" fmla="*/ 3955151 w 3955151"/>
              <a:gd name="connsiteY2" fmla="*/ 10116 h 2314573"/>
              <a:gd name="connsiteX3" fmla="*/ 0 w 3955151"/>
              <a:gd name="connsiteY3" fmla="*/ 2314573 h 2314573"/>
            </a:gdLst>
            <a:ahLst/>
            <a:cxnLst>
              <a:cxn ang="0">
                <a:pos x="connsiteX0" y="connsiteY0"/>
              </a:cxn>
              <a:cxn ang="0">
                <a:pos x="connsiteX1" y="connsiteY1"/>
              </a:cxn>
              <a:cxn ang="0">
                <a:pos x="connsiteX2" y="connsiteY2"/>
              </a:cxn>
              <a:cxn ang="0">
                <a:pos x="connsiteX3" y="connsiteY3"/>
              </a:cxn>
            </a:cxnLst>
            <a:rect l="l" t="t" r="r" b="b"/>
            <a:pathLst>
              <a:path w="3955151" h="2314573">
                <a:moveTo>
                  <a:pt x="0" y="0"/>
                </a:moveTo>
                <a:lnTo>
                  <a:pt x="3541893" y="0"/>
                </a:lnTo>
                <a:lnTo>
                  <a:pt x="3955151" y="10116"/>
                </a:lnTo>
                <a:lnTo>
                  <a:pt x="0" y="2314573"/>
                </a:lnTo>
                <a:close/>
              </a:path>
            </a:pathLst>
          </a:custGeom>
          <a:solidFill>
            <a:schemeClr val="accent1">
              <a:lumMod val="75000"/>
            </a:schemeClr>
          </a:solidFill>
          <a:ln>
            <a:noFill/>
          </a:ln>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6" name="4"/>
          <p:cNvSpPr/>
          <p:nvPr/>
        </p:nvSpPr>
        <p:spPr bwMode="auto">
          <a:xfrm>
            <a:off x="-24316" y="-17417"/>
            <a:ext cx="3982023" cy="3071803"/>
          </a:xfrm>
          <a:custGeom>
            <a:avLst/>
            <a:gdLst>
              <a:gd name="connsiteX0" fmla="*/ 3934942 w 3982022"/>
              <a:gd name="connsiteY0" fmla="*/ 0 h 3071803"/>
              <a:gd name="connsiteX1" fmla="*/ 3982022 w 3982022"/>
              <a:gd name="connsiteY1" fmla="*/ 0 h 3071803"/>
              <a:gd name="connsiteX2" fmla="*/ 0 w 3982022"/>
              <a:gd name="connsiteY2" fmla="*/ 3071803 h 3071803"/>
              <a:gd name="connsiteX3" fmla="*/ 0 w 3982022"/>
              <a:gd name="connsiteY3" fmla="*/ 1848528 h 3071803"/>
            </a:gdLst>
            <a:ahLst/>
            <a:cxnLst>
              <a:cxn ang="0">
                <a:pos x="connsiteX0" y="connsiteY0"/>
              </a:cxn>
              <a:cxn ang="0">
                <a:pos x="connsiteX1" y="connsiteY1"/>
              </a:cxn>
              <a:cxn ang="0">
                <a:pos x="connsiteX2" y="connsiteY2"/>
              </a:cxn>
              <a:cxn ang="0">
                <a:pos x="connsiteX3" y="connsiteY3"/>
              </a:cxn>
            </a:cxnLst>
            <a:rect l="l" t="t" r="r" b="b"/>
            <a:pathLst>
              <a:path w="3982022" h="3071803">
                <a:moveTo>
                  <a:pt x="3934942" y="0"/>
                </a:moveTo>
                <a:lnTo>
                  <a:pt x="3982022" y="0"/>
                </a:lnTo>
                <a:lnTo>
                  <a:pt x="0" y="3071803"/>
                </a:lnTo>
                <a:lnTo>
                  <a:pt x="0" y="1848528"/>
                </a:lnTo>
                <a:close/>
              </a:path>
            </a:pathLst>
          </a:custGeom>
          <a:solidFill>
            <a:schemeClr val="accent5">
              <a:lumMod val="60000"/>
              <a:lumOff val="40000"/>
            </a:schemeClr>
          </a:solidFill>
          <a:ln>
            <a:noFill/>
          </a:ln>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4" name="3"/>
          <p:cNvSpPr/>
          <p:nvPr/>
        </p:nvSpPr>
        <p:spPr bwMode="auto">
          <a:xfrm>
            <a:off x="9290264" y="2687956"/>
            <a:ext cx="2925237" cy="3476625"/>
          </a:xfrm>
          <a:custGeom>
            <a:avLst/>
            <a:gdLst>
              <a:gd name="connsiteX0" fmla="*/ 2919413 w 2925237"/>
              <a:gd name="connsiteY0" fmla="*/ 0 h 3476625"/>
              <a:gd name="connsiteX1" fmla="*/ 2925237 w 2925237"/>
              <a:gd name="connsiteY1" fmla="*/ 163915 h 3476625"/>
              <a:gd name="connsiteX2" fmla="*/ 2925237 w 2925237"/>
              <a:gd name="connsiteY2" fmla="*/ 3398721 h 3476625"/>
              <a:gd name="connsiteX3" fmla="*/ 0 w 2925237"/>
              <a:gd name="connsiteY3" fmla="*/ 3476625 h 3476625"/>
            </a:gdLst>
            <a:ahLst/>
            <a:cxnLst>
              <a:cxn ang="0">
                <a:pos x="connsiteX0" y="connsiteY0"/>
              </a:cxn>
              <a:cxn ang="0">
                <a:pos x="connsiteX1" y="connsiteY1"/>
              </a:cxn>
              <a:cxn ang="0">
                <a:pos x="connsiteX2" y="connsiteY2"/>
              </a:cxn>
              <a:cxn ang="0">
                <a:pos x="connsiteX3" y="connsiteY3"/>
              </a:cxn>
            </a:cxnLst>
            <a:rect l="l" t="t" r="r" b="b"/>
            <a:pathLst>
              <a:path w="2925237" h="3476625">
                <a:moveTo>
                  <a:pt x="2919413" y="0"/>
                </a:moveTo>
                <a:lnTo>
                  <a:pt x="2925237" y="163915"/>
                </a:lnTo>
                <a:lnTo>
                  <a:pt x="2925237" y="3398721"/>
                </a:lnTo>
                <a:lnTo>
                  <a:pt x="0" y="3476625"/>
                </a:lnTo>
                <a:close/>
              </a:path>
            </a:pathLst>
          </a:custGeom>
          <a:solidFill>
            <a:srgbClr val="EFEF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2" name="2"/>
          <p:cNvSpPr/>
          <p:nvPr/>
        </p:nvSpPr>
        <p:spPr bwMode="auto">
          <a:xfrm>
            <a:off x="8237752" y="4131556"/>
            <a:ext cx="3977749" cy="2758695"/>
          </a:xfrm>
          <a:custGeom>
            <a:avLst/>
            <a:gdLst>
              <a:gd name="connsiteX0" fmla="*/ 3977749 w 3977749"/>
              <a:gd name="connsiteY0" fmla="*/ 0 h 2758695"/>
              <a:gd name="connsiteX1" fmla="*/ 3977749 w 3977749"/>
              <a:gd name="connsiteY1" fmla="*/ 2758695 h 2758695"/>
              <a:gd name="connsiteX2" fmla="*/ 626774 w 3977749"/>
              <a:gd name="connsiteY2" fmla="*/ 2758695 h 2758695"/>
              <a:gd name="connsiteX3" fmla="*/ 0 w 3977749"/>
              <a:gd name="connsiteY3" fmla="*/ 2734703 h 2758695"/>
            </a:gdLst>
            <a:ahLst/>
            <a:cxnLst>
              <a:cxn ang="0">
                <a:pos x="connsiteX0" y="connsiteY0"/>
              </a:cxn>
              <a:cxn ang="0">
                <a:pos x="connsiteX1" y="connsiteY1"/>
              </a:cxn>
              <a:cxn ang="0">
                <a:pos x="connsiteX2" y="connsiteY2"/>
              </a:cxn>
              <a:cxn ang="0">
                <a:pos x="connsiteX3" y="connsiteY3"/>
              </a:cxn>
            </a:cxnLst>
            <a:rect l="l" t="t" r="r" b="b"/>
            <a:pathLst>
              <a:path w="3977749" h="2758695">
                <a:moveTo>
                  <a:pt x="3977749" y="0"/>
                </a:moveTo>
                <a:lnTo>
                  <a:pt x="3977749" y="2758695"/>
                </a:lnTo>
                <a:lnTo>
                  <a:pt x="626774" y="2758695"/>
                </a:lnTo>
                <a:lnTo>
                  <a:pt x="0" y="2734703"/>
                </a:lnTo>
                <a:close/>
              </a:path>
            </a:pathLst>
          </a:custGeom>
          <a:solidFill>
            <a:srgbClr val="4F7F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3" name="1"/>
          <p:cNvSpPr/>
          <p:nvPr/>
        </p:nvSpPr>
        <p:spPr bwMode="auto">
          <a:xfrm>
            <a:off x="7875576" y="4899188"/>
            <a:ext cx="4339925" cy="1991063"/>
          </a:xfrm>
          <a:custGeom>
            <a:avLst/>
            <a:gdLst>
              <a:gd name="connsiteX0" fmla="*/ 4339925 w 4339925"/>
              <a:gd name="connsiteY0" fmla="*/ 0 h 1991063"/>
              <a:gd name="connsiteX1" fmla="*/ 4339925 w 4339925"/>
              <a:gd name="connsiteY1" fmla="*/ 913141 h 1991063"/>
              <a:gd name="connsiteX2" fmla="*/ 305017 w 4339925"/>
              <a:gd name="connsiteY2" fmla="*/ 1991063 h 1991063"/>
              <a:gd name="connsiteX3" fmla="*/ 0 w 4339925"/>
              <a:gd name="connsiteY3" fmla="*/ 1991063 h 1991063"/>
            </a:gdLst>
            <a:ahLst/>
            <a:cxnLst>
              <a:cxn ang="0">
                <a:pos x="connsiteX0" y="connsiteY0"/>
              </a:cxn>
              <a:cxn ang="0">
                <a:pos x="connsiteX1" y="connsiteY1"/>
              </a:cxn>
              <a:cxn ang="0">
                <a:pos x="connsiteX2" y="connsiteY2"/>
              </a:cxn>
              <a:cxn ang="0">
                <a:pos x="connsiteX3" y="connsiteY3"/>
              </a:cxn>
            </a:cxnLst>
            <a:rect l="l" t="t" r="r" b="b"/>
            <a:pathLst>
              <a:path w="4339925" h="1991063">
                <a:moveTo>
                  <a:pt x="4339925" y="0"/>
                </a:moveTo>
                <a:lnTo>
                  <a:pt x="4339925" y="913141"/>
                </a:lnTo>
                <a:lnTo>
                  <a:pt x="305017" y="1991063"/>
                </a:lnTo>
                <a:lnTo>
                  <a:pt x="0" y="1991063"/>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14" name="PA_矩形 3"/>
          <p:cNvSpPr txBox="1">
            <a:spLocks noChangeArrowheads="1"/>
          </p:cNvSpPr>
          <p:nvPr>
            <p:custDataLst>
              <p:tags r:id="rId1"/>
            </p:custDataLst>
          </p:nvPr>
        </p:nvSpPr>
        <p:spPr bwMode="auto">
          <a:xfrm>
            <a:off x="2178238" y="2496628"/>
            <a:ext cx="7835523" cy="633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t" anchorCtr="0" compatLnSpc="1">
            <a:normAutofit fontScale="62500" lnSpcReduction="20000"/>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a:defRPr>
            </a:lvl2pPr>
            <a:lvl3pPr algn="l" rtl="0" fontAlgn="base">
              <a:spcBef>
                <a:spcPct val="0"/>
              </a:spcBef>
              <a:spcAft>
                <a:spcPct val="0"/>
              </a:spcAft>
              <a:defRPr sz="2400">
                <a:solidFill>
                  <a:schemeClr val="tx2"/>
                </a:solidFill>
                <a:latin typeface="Arial" panose="020B0604020202020204" pitchFamily="34" charset="0"/>
                <a:ea typeface="微软雅黑"/>
              </a:defRPr>
            </a:lvl3pPr>
            <a:lvl4pPr algn="l" rtl="0" fontAlgn="base">
              <a:spcBef>
                <a:spcPct val="0"/>
              </a:spcBef>
              <a:spcAft>
                <a:spcPct val="0"/>
              </a:spcAft>
              <a:defRPr sz="2400">
                <a:solidFill>
                  <a:schemeClr val="tx2"/>
                </a:solidFill>
                <a:latin typeface="Arial" panose="020B0604020202020204" pitchFamily="34" charset="0"/>
                <a:ea typeface="微软雅黑"/>
              </a:defRPr>
            </a:lvl4pPr>
            <a:lvl5pPr algn="l" rtl="0" fontAlgn="base">
              <a:spcBef>
                <a:spcPct val="0"/>
              </a:spcBef>
              <a:spcAft>
                <a:spcPct val="0"/>
              </a:spcAft>
              <a:defRPr sz="2400">
                <a:solidFill>
                  <a:schemeClr val="tx2"/>
                </a:solidFill>
                <a:latin typeface="Arial" panose="020B0604020202020204" pitchFamily="34" charset="0"/>
                <a:ea typeface="微软雅黑"/>
              </a:defRPr>
            </a:lvl5pPr>
            <a:lvl6pPr marL="457200" algn="l" rtl="0" fontAlgn="base">
              <a:spcBef>
                <a:spcPct val="0"/>
              </a:spcBef>
              <a:spcAft>
                <a:spcPct val="0"/>
              </a:spcAft>
              <a:defRPr sz="2400">
                <a:solidFill>
                  <a:schemeClr val="tx2"/>
                </a:solidFill>
                <a:latin typeface="Arial" panose="020B0604020202020204" pitchFamily="34" charset="0"/>
                <a:ea typeface="微软雅黑"/>
              </a:defRPr>
            </a:lvl6pPr>
            <a:lvl7pPr marL="914400" algn="l" rtl="0" fontAlgn="base">
              <a:spcBef>
                <a:spcPct val="0"/>
              </a:spcBef>
              <a:spcAft>
                <a:spcPct val="0"/>
              </a:spcAft>
              <a:defRPr sz="2400">
                <a:solidFill>
                  <a:schemeClr val="tx2"/>
                </a:solidFill>
                <a:latin typeface="Arial" panose="020B0604020202020204" pitchFamily="34" charset="0"/>
                <a:ea typeface="微软雅黑"/>
              </a:defRPr>
            </a:lvl7pPr>
            <a:lvl8pPr marL="1371600" algn="l" rtl="0" fontAlgn="base">
              <a:spcBef>
                <a:spcPct val="0"/>
              </a:spcBef>
              <a:spcAft>
                <a:spcPct val="0"/>
              </a:spcAft>
              <a:defRPr sz="2400">
                <a:solidFill>
                  <a:schemeClr val="tx2"/>
                </a:solidFill>
                <a:latin typeface="Arial" panose="020B0604020202020204" pitchFamily="34" charset="0"/>
                <a:ea typeface="微软雅黑"/>
              </a:defRPr>
            </a:lvl8pPr>
            <a:lvl9pPr marL="1828800" algn="l" rtl="0" fontAlgn="base">
              <a:spcBef>
                <a:spcPct val="0"/>
              </a:spcBef>
              <a:spcAft>
                <a:spcPct val="0"/>
              </a:spcAft>
              <a:defRPr sz="2400">
                <a:solidFill>
                  <a:schemeClr val="tx2"/>
                </a:solidFill>
                <a:latin typeface="Arial" panose="020B0604020202020204" pitchFamily="34" charset="0"/>
                <a:ea typeface="微软雅黑"/>
              </a:defRPr>
            </a:lvl9pPr>
          </a:lstStyle>
          <a:p>
            <a:pPr algn="ctr"/>
            <a:r>
              <a:rPr lang="en-US" sz="6400" b="1" dirty="0">
                <a:solidFill>
                  <a:srgbClr val="FF0000"/>
                </a:solidFill>
                <a:latin typeface="+mn-lt"/>
                <a:ea typeface="Noto Sans"/>
                <a:cs typeface="+mn-ea"/>
                <a:sym typeface="+mn-lt"/>
              </a:rPr>
              <a:t>BÁO CÁO KẾT THÚC MÔN</a:t>
            </a:r>
            <a:endParaRPr lang="en-US" b="1" dirty="0">
              <a:solidFill>
                <a:srgbClr val="FF0000"/>
              </a:solidFill>
              <a:latin typeface="+mn-lt"/>
            </a:endParaRPr>
          </a:p>
        </p:txBody>
      </p:sp>
      <p:sp>
        <p:nvSpPr>
          <p:cNvPr id="15" name="Rectangle 30"/>
          <p:cNvSpPr/>
          <p:nvPr/>
        </p:nvSpPr>
        <p:spPr>
          <a:xfrm flipH="1">
            <a:off x="2837159" y="4832671"/>
            <a:ext cx="8331676" cy="1237846"/>
          </a:xfrm>
          <a:prstGeom prst="rect">
            <a:avLst/>
          </a:prstGeom>
          <a:noFill/>
          <a:extLst>
            <a:ext uri="{909E8E84-426E-40DD-AFC4-6F175D3DCCD1}">
              <a14:hiddenFill xmlns:a14="http://schemas.microsoft.com/office/drawing/2010/main">
                <a:solidFill>
                  <a:srgbClr val="083473"/>
                </a:solidFill>
              </a14:hiddenFill>
            </a:ext>
          </a:extLst>
        </p:spPr>
        <p:txBody>
          <a:bodyPr wrap="square">
            <a:noAutofit/>
          </a:bodyPr>
          <a:lstStyle/>
          <a:p>
            <a:r>
              <a:rPr lang="en-US" i="1" dirty="0">
                <a:latin typeface="Times New Roman" panose="02020603050405020304" pitchFamily="18" charset="0"/>
                <a:cs typeface="Times New Roman" panose="02020603050405020304" pitchFamily="18" charset="0"/>
              </a:rPr>
              <a:t>Sinh </a:t>
            </a:r>
            <a:r>
              <a:rPr lang="en-US" i="1" dirty="0" err="1">
                <a:latin typeface="Times New Roman" panose="02020603050405020304" pitchFamily="18" charset="0"/>
                <a:cs typeface="Times New Roman" panose="02020603050405020304" pitchFamily="18" charset="0"/>
              </a:rPr>
              <a:t>viên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thực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hiện</a:t>
            </a:r>
            <a:r>
              <a:rPr lang="en-US" i="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Họ</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tên</a:t>
            </a:r>
            <a:r>
              <a:rPr lang="en-US"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Trần Phú Dinh</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Trần</a:t>
            </a:r>
            <a:r>
              <a:rPr lang="en-US" dirty="0">
                <a:latin typeface="Times New Roman" panose="02020603050405020304" pitchFamily="18" charset="0"/>
                <a:cs typeface="Times New Roman" panose="02020603050405020304" pitchFamily="18" charset="0"/>
              </a:rPr>
              <a:t> Hoàng Long – </a:t>
            </a:r>
            <a:r>
              <a:rPr lang="en-US" dirty="0" err="1">
                <a:latin typeface="Times New Roman" panose="02020603050405020304" pitchFamily="18" charset="0"/>
                <a:cs typeface="Times New Roman" panose="02020603050405020304" pitchFamily="18" charset="0"/>
              </a:rPr>
              <a:t>Khưu</a:t>
            </a:r>
            <a:r>
              <a:rPr lang="en-US" dirty="0">
                <a:latin typeface="Times New Roman" panose="02020603050405020304" pitchFamily="18" charset="0"/>
                <a:cs typeface="Times New Roman" panose="02020603050405020304" pitchFamily="18" charset="0"/>
              </a:rPr>
              <a:t> Gia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MSSV:</a:t>
            </a:r>
            <a:r>
              <a:rPr lang="vi-VN" dirty="0">
                <a:latin typeface="Times New Roman" panose="02020603050405020304" pitchFamily="18" charset="0"/>
                <a:cs typeface="Times New Roman" panose="02020603050405020304" pitchFamily="18" charset="0"/>
              </a:rPr>
              <a:t> 1</a:t>
            </a:r>
            <a:r>
              <a:rPr lang="en-US" dirty="0">
                <a:latin typeface="Times New Roman" panose="02020603050405020304" pitchFamily="18" charset="0"/>
                <a:cs typeface="Times New Roman" panose="02020603050405020304" pitchFamily="18" charset="0"/>
              </a:rPr>
              <a:t>10123007 – 110123025 - 110123004</a:t>
            </a:r>
          </a:p>
          <a:p>
            <a:r>
              <a:rPr lang="en-US"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DA23TTA</a:t>
            </a:r>
            <a:endParaRPr lang="vi-VN" altLang="vi-VN" sz="2000" dirty="0">
              <a:solidFill>
                <a:schemeClr val="tx1"/>
              </a:solidFill>
              <a:latin typeface="Times New Roman" panose="02020603050405020304" pitchFamily="18" charset="0"/>
              <a:ea typeface="Noto Sans"/>
              <a:cs typeface="Times New Roman" panose="02020603050405020304" pitchFamily="18" charset="0"/>
            </a:endParaRPr>
          </a:p>
        </p:txBody>
      </p:sp>
      <p:sp>
        <p:nvSpPr>
          <p:cNvPr id="3" name="矩形 2"/>
          <p:cNvSpPr/>
          <p:nvPr/>
        </p:nvSpPr>
        <p:spPr>
          <a:xfrm rot="18903724">
            <a:off x="-1388110" y="5973432"/>
            <a:ext cx="4185285" cy="3201035"/>
          </a:xfrm>
          <a:prstGeom prst="rect">
            <a:avLst/>
          </a:prstGeom>
          <a:solidFill>
            <a:srgbClr val="7BA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PA_矩形 3">
            <a:extLst>
              <a:ext uri="{FF2B5EF4-FFF2-40B4-BE49-F238E27FC236}">
                <a16:creationId xmlns:a16="http://schemas.microsoft.com/office/drawing/2014/main" id="{7CE0FDD4-4F4E-AD1D-18A4-FC4396C25053}"/>
              </a:ext>
            </a:extLst>
          </p:cNvPr>
          <p:cNvSpPr txBox="1">
            <a:spLocks noChangeArrowheads="1"/>
          </p:cNvSpPr>
          <p:nvPr>
            <p:custDataLst>
              <p:tags r:id="rId2"/>
            </p:custDataLst>
          </p:nvPr>
        </p:nvSpPr>
        <p:spPr bwMode="auto">
          <a:xfrm>
            <a:off x="743424" y="2938611"/>
            <a:ext cx="10713927" cy="2014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t" anchorCtr="0" compatLnSpc="1">
            <a:normAutofit fontScale="40000" lnSpcReduction="20000"/>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a:defRPr>
            </a:lvl2pPr>
            <a:lvl3pPr algn="l" rtl="0" fontAlgn="base">
              <a:spcBef>
                <a:spcPct val="0"/>
              </a:spcBef>
              <a:spcAft>
                <a:spcPct val="0"/>
              </a:spcAft>
              <a:defRPr sz="2400">
                <a:solidFill>
                  <a:schemeClr val="tx2"/>
                </a:solidFill>
                <a:latin typeface="Arial" panose="020B0604020202020204" pitchFamily="34" charset="0"/>
                <a:ea typeface="微软雅黑"/>
              </a:defRPr>
            </a:lvl3pPr>
            <a:lvl4pPr algn="l" rtl="0" fontAlgn="base">
              <a:spcBef>
                <a:spcPct val="0"/>
              </a:spcBef>
              <a:spcAft>
                <a:spcPct val="0"/>
              </a:spcAft>
              <a:defRPr sz="2400">
                <a:solidFill>
                  <a:schemeClr val="tx2"/>
                </a:solidFill>
                <a:latin typeface="Arial" panose="020B0604020202020204" pitchFamily="34" charset="0"/>
                <a:ea typeface="微软雅黑"/>
              </a:defRPr>
            </a:lvl4pPr>
            <a:lvl5pPr algn="l" rtl="0" fontAlgn="base">
              <a:spcBef>
                <a:spcPct val="0"/>
              </a:spcBef>
              <a:spcAft>
                <a:spcPct val="0"/>
              </a:spcAft>
              <a:defRPr sz="2400">
                <a:solidFill>
                  <a:schemeClr val="tx2"/>
                </a:solidFill>
                <a:latin typeface="Arial" panose="020B0604020202020204" pitchFamily="34" charset="0"/>
                <a:ea typeface="微软雅黑"/>
              </a:defRPr>
            </a:lvl5pPr>
            <a:lvl6pPr marL="457200" algn="l" rtl="0" fontAlgn="base">
              <a:spcBef>
                <a:spcPct val="0"/>
              </a:spcBef>
              <a:spcAft>
                <a:spcPct val="0"/>
              </a:spcAft>
              <a:defRPr sz="2400">
                <a:solidFill>
                  <a:schemeClr val="tx2"/>
                </a:solidFill>
                <a:latin typeface="Arial" panose="020B0604020202020204" pitchFamily="34" charset="0"/>
                <a:ea typeface="微软雅黑"/>
              </a:defRPr>
            </a:lvl6pPr>
            <a:lvl7pPr marL="914400" algn="l" rtl="0" fontAlgn="base">
              <a:spcBef>
                <a:spcPct val="0"/>
              </a:spcBef>
              <a:spcAft>
                <a:spcPct val="0"/>
              </a:spcAft>
              <a:defRPr sz="2400">
                <a:solidFill>
                  <a:schemeClr val="tx2"/>
                </a:solidFill>
                <a:latin typeface="Arial" panose="020B0604020202020204" pitchFamily="34" charset="0"/>
                <a:ea typeface="微软雅黑"/>
              </a:defRPr>
            </a:lvl7pPr>
            <a:lvl8pPr marL="1371600" algn="l" rtl="0" fontAlgn="base">
              <a:spcBef>
                <a:spcPct val="0"/>
              </a:spcBef>
              <a:spcAft>
                <a:spcPct val="0"/>
              </a:spcAft>
              <a:defRPr sz="2400">
                <a:solidFill>
                  <a:schemeClr val="tx2"/>
                </a:solidFill>
                <a:latin typeface="Arial" panose="020B0604020202020204" pitchFamily="34" charset="0"/>
                <a:ea typeface="微软雅黑"/>
              </a:defRPr>
            </a:lvl8pPr>
            <a:lvl9pPr marL="1828800" algn="l" rtl="0" fontAlgn="base">
              <a:spcBef>
                <a:spcPct val="0"/>
              </a:spcBef>
              <a:spcAft>
                <a:spcPct val="0"/>
              </a:spcAft>
              <a:defRPr sz="2400">
                <a:solidFill>
                  <a:schemeClr val="tx2"/>
                </a:solidFill>
                <a:latin typeface="Arial" panose="020B0604020202020204" pitchFamily="34" charset="0"/>
                <a:ea typeface="微软雅黑"/>
              </a:defRPr>
            </a:lvl9pPr>
          </a:lstStyle>
          <a:p>
            <a:pPr algn="ctr">
              <a:lnSpc>
                <a:spcPct val="130000"/>
              </a:lnSpc>
            </a:pPr>
            <a:r>
              <a:rPr lang="en-US" sz="12800" b="1" dirty="0">
                <a:solidFill>
                  <a:schemeClr val="accent1">
                    <a:lumMod val="75000"/>
                  </a:schemeClr>
                </a:solidFill>
                <a:latin typeface="+mn-lt"/>
                <a:ea typeface="Noto Sans"/>
                <a:cs typeface="+mn-ea"/>
                <a:sym typeface="+mn-lt"/>
              </a:rPr>
              <a:t>HỆ THỐNG QUẢN LÝ NHÀ TRỌ</a:t>
            </a:r>
            <a:endParaRPr lang="en-US" b="1" dirty="0">
              <a:latin typeface="+mn-lt"/>
            </a:endParaRPr>
          </a:p>
        </p:txBody>
      </p:sp>
      <p:sp>
        <p:nvSpPr>
          <p:cNvPr id="6" name="Rectangle 30">
            <a:extLst>
              <a:ext uri="{FF2B5EF4-FFF2-40B4-BE49-F238E27FC236}">
                <a16:creationId xmlns:a16="http://schemas.microsoft.com/office/drawing/2014/main" id="{E0CCE90E-AD7D-E1AF-722E-56A71D720AB0}"/>
              </a:ext>
            </a:extLst>
          </p:cNvPr>
          <p:cNvSpPr/>
          <p:nvPr/>
        </p:nvSpPr>
        <p:spPr>
          <a:xfrm flipH="1">
            <a:off x="4607586" y="3897571"/>
            <a:ext cx="3365582" cy="855734"/>
          </a:xfrm>
          <a:prstGeom prst="rect">
            <a:avLst/>
          </a:prstGeom>
          <a:noFill/>
          <a:extLst>
            <a:ext uri="{909E8E84-426E-40DD-AFC4-6F175D3DCCD1}">
              <a14:hiddenFill xmlns:a14="http://schemas.microsoft.com/office/drawing/2010/main">
                <a:solidFill>
                  <a:srgbClr val="083473"/>
                </a:solidFill>
              </a14:hiddenFill>
            </a:ext>
          </a:extLst>
        </p:spPr>
        <p:txBody>
          <a:bodyPr wrap="square">
            <a:noAutofit/>
          </a:bodyPr>
          <a:lstStyle/>
          <a:p>
            <a:r>
              <a:rPr lang="en-US" sz="2000" i="1" dirty="0" err="1">
                <a:latin typeface="Times New Roman" panose="02020603050405020304" pitchFamily="18" charset="0"/>
                <a:cs typeface="Times New Roman" panose="02020603050405020304" pitchFamily="18" charset="0"/>
              </a:rPr>
              <a:t>Giảng</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viên</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hướng</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dẫn</a:t>
            </a:r>
            <a:r>
              <a:rPr lang="en-US" sz="2000" i="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ThS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Phạm</a:t>
            </a:r>
            <a:r>
              <a:rPr lang="en-US" sz="2000" dirty="0">
                <a:latin typeface="Times New Roman" panose="02020603050405020304" pitchFamily="18" charset="0"/>
                <a:cs typeface="Times New Roman" panose="02020603050405020304" pitchFamily="18" charset="0"/>
              </a:rPr>
              <a:t> Minh </a:t>
            </a:r>
            <a:r>
              <a:rPr lang="en-US" sz="2000" dirty="0" err="1">
                <a:latin typeface="Times New Roman" panose="02020603050405020304" pitchFamily="18" charset="0"/>
                <a:cs typeface="Times New Roman" panose="02020603050405020304" pitchFamily="18" charset="0"/>
              </a:rPr>
              <a:t>Đương</a:t>
            </a:r>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5E94D97-AD6A-869B-1AF8-7C209992450F}"/>
              </a:ext>
            </a:extLst>
          </p:cNvPr>
          <p:cNvSpPr txBox="1"/>
          <p:nvPr/>
        </p:nvSpPr>
        <p:spPr>
          <a:xfrm>
            <a:off x="2734415" y="105021"/>
            <a:ext cx="6676102" cy="646331"/>
          </a:xfrm>
          <a:prstGeom prst="rect">
            <a:avLst/>
          </a:prstGeom>
          <a:noFill/>
        </p:spPr>
        <p:txBody>
          <a:bodyPr wrap="square">
            <a:spAutoFit/>
          </a:bodyPr>
          <a:lstStyle/>
          <a:p>
            <a:pPr algn="ctr">
              <a:buNone/>
            </a:pPr>
            <a:r>
              <a:rPr lang="en-US" sz="1800" dirty="0">
                <a:effectLst/>
                <a:latin typeface="Times New Roman" panose="02020603050405020304" pitchFamily="18" charset="0"/>
                <a:ea typeface="Times New Roman" panose="02020603050405020304" pitchFamily="18" charset="0"/>
              </a:rPr>
              <a:t>TRƯỜNG KỸ THUẬT VÀ CÔNG NGHỆ</a:t>
            </a:r>
            <a:endParaRPr lang="en-US" sz="1600" dirty="0">
              <a:effectLst/>
              <a:latin typeface="Times New Roman" panose="02020603050405020304" pitchFamily="18" charset="0"/>
              <a:ea typeface="Times New Roman" panose="02020603050405020304" pitchFamily="18" charset="0"/>
            </a:endParaRPr>
          </a:p>
          <a:p>
            <a:pPr algn="ctr">
              <a:buNone/>
            </a:pPr>
            <a:r>
              <a:rPr lang="en-US" sz="1800" b="1" dirty="0">
                <a:effectLst/>
                <a:latin typeface="Times New Roman" panose="02020603050405020304" pitchFamily="18" charset="0"/>
                <a:ea typeface="Times New Roman" panose="02020603050405020304" pitchFamily="18" charset="0"/>
              </a:rPr>
              <a:t>KHOA CÔNG NGHỆ THÔNG TIN</a:t>
            </a:r>
            <a:endParaRPr lang="en-US" sz="16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555A316F-3459-2716-DF56-CA4E4C1A6A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49622" y="810615"/>
            <a:ext cx="1508032" cy="15080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0-#ppt_w/2"/>
                                          </p:val>
                                        </p:tav>
                                        <p:tav tm="100000">
                                          <p:val>
                                            <p:strVal val="#ppt_x"/>
                                          </p:val>
                                        </p:tav>
                                      </p:tavLst>
                                    </p:anim>
                                    <p:anim calcmode="lin" valueType="num">
                                      <p:cBhvr additive="base">
                                        <p:cTn id="12" dur="500" fill="hold"/>
                                        <p:tgtEl>
                                          <p:spTgt spid="36"/>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0-#ppt_w/2"/>
                                          </p:val>
                                        </p:tav>
                                        <p:tav tm="100000">
                                          <p:val>
                                            <p:strVal val="#ppt_x"/>
                                          </p:val>
                                        </p:tav>
                                      </p:tavLst>
                                    </p:anim>
                                    <p:anim calcmode="lin" valueType="num">
                                      <p:cBhvr additive="base">
                                        <p:cTn id="24" dur="500" fill="hold"/>
                                        <p:tgtEl>
                                          <p:spTgt spid="43"/>
                                        </p:tgtEl>
                                        <p:attrNameLst>
                                          <p:attrName>ppt_y</p:attrName>
                                        </p:attrNameLst>
                                      </p:cBhvr>
                                      <p:tavLst>
                                        <p:tav tm="0">
                                          <p:val>
                                            <p:strVal val="#ppt_y"/>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0-#ppt_h/2"/>
                                          </p:val>
                                        </p:tav>
                                        <p:tav tm="100000">
                                          <p:val>
                                            <p:strVal val="#ppt_y"/>
                                          </p:val>
                                        </p:tav>
                                      </p:tavLst>
                                    </p:anim>
                                  </p:childTnLst>
                                </p:cTn>
                              </p:par>
                            </p:childTnLst>
                          </p:cTn>
                        </p:par>
                        <p:par>
                          <p:cTn id="29" fill="hold" nodeType="afterGroup">
                            <p:stCondLst>
                              <p:cond delay="500"/>
                            </p:stCondLst>
                            <p:childTnLst>
                              <p:par>
                                <p:cTn id="30" presetID="16" presetClass="entr" presetSubtype="21"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arn(inVertical)">
                                      <p:cBhvr>
                                        <p:cTn id="32" dur="500"/>
                                        <p:tgtEl>
                                          <p:spTgt spid="14"/>
                                        </p:tgtEl>
                                      </p:cBhvr>
                                    </p:animEffect>
                                  </p:childTnLst>
                                </p:cTn>
                              </p:par>
                            </p:childTnLst>
                          </p:cTn>
                        </p:par>
                        <p:par>
                          <p:cTn id="33" fill="hold">
                            <p:stCondLst>
                              <p:cond delay="1000"/>
                            </p:stCondLst>
                            <p:childTnLst>
                              <p:par>
                                <p:cTn id="34" presetID="16" presetClass="entr" presetSubtype="21" fill="hold" grpId="0" nodeType="after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barn(inVertical)">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36" grpId="0" animBg="1"/>
      <p:bldP spid="44" grpId="0" animBg="1"/>
      <p:bldP spid="42" grpId="0" animBg="1"/>
      <p:bldP spid="43" grpId="0" animBg="1"/>
      <p:bldP spid="1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
            <a:extLst>
              <a:ext uri="{FF2B5EF4-FFF2-40B4-BE49-F238E27FC236}">
                <a16:creationId xmlns:a16="http://schemas.microsoft.com/office/drawing/2014/main" id="{C14CFFA2-A52B-609E-CEF3-D8E0F1D503FE}"/>
              </a:ext>
            </a:extLst>
          </p:cNvPr>
          <p:cNvSpPr/>
          <p:nvPr/>
        </p:nvSpPr>
        <p:spPr>
          <a:xfrm>
            <a:off x="837116" y="1665725"/>
            <a:ext cx="7122856" cy="2777598"/>
          </a:xfrm>
          <a:prstGeom prst="rect">
            <a:avLst/>
          </a:prstGeom>
          <a:solidFill>
            <a:schemeClr val="accent2">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gn="ctr" defTabSz="967740"/>
            <a:endParaRPr lang="zh-CN" altLang="en-US" sz="1905">
              <a:solidFill>
                <a:schemeClr val="tx1">
                  <a:lumMod val="95000"/>
                </a:schemeClr>
              </a:solidFill>
              <a:latin typeface="Century Gothic"/>
              <a:ea typeface="微软雅黑"/>
            </a:endParaRPr>
          </a:p>
        </p:txBody>
      </p:sp>
      <p:sp>
        <p:nvSpPr>
          <p:cNvPr id="5" name="文本框 4"/>
          <p:cNvSpPr txBox="1"/>
          <p:nvPr/>
        </p:nvSpPr>
        <p:spPr>
          <a:xfrm>
            <a:off x="69784" y="2517413"/>
            <a:ext cx="487680" cy="1956547"/>
          </a:xfrm>
          <a:prstGeom prst="rect">
            <a:avLst/>
          </a:prstGeom>
          <a:noFill/>
        </p:spPr>
        <p:txBody>
          <a:bodyPr vert="vert" wrap="square" rtlCol="0">
            <a:normAutofit/>
          </a:bodyPr>
          <a:lstStyle/>
          <a:p>
            <a:pPr algn="dist"/>
            <a:r>
              <a:rPr lang="vi-VN" altLang="vi-VN" sz="2000" b="1" dirty="0">
                <a:latin typeface="Noto Sans"/>
                <a:ea typeface="Noto Sans"/>
              </a:rPr>
              <a:t>VIỆC KINH</a:t>
            </a:r>
            <a:endParaRPr lang="zh-CN" altLang="en-US" sz="2000" b="1" dirty="0"/>
          </a:p>
        </p:txBody>
      </p:sp>
      <p:sp>
        <p:nvSpPr>
          <p:cNvPr id="21" name="等腰三角形 12"/>
          <p:cNvSpPr/>
          <p:nvPr/>
        </p:nvSpPr>
        <p:spPr>
          <a:xfrm rot="19800000">
            <a:off x="11079596" y="2146838"/>
            <a:ext cx="986856" cy="766613"/>
          </a:xfrm>
          <a:custGeom>
            <a:avLst/>
            <a:gdLst>
              <a:gd name="connsiteX0" fmla="*/ 0 w 986856"/>
              <a:gd name="connsiteY0" fmla="*/ 721831 h 721831"/>
              <a:gd name="connsiteX1" fmla="*/ 493428 w 986856"/>
              <a:gd name="connsiteY1" fmla="*/ 0 h 721831"/>
              <a:gd name="connsiteX2" fmla="*/ 986856 w 986856"/>
              <a:gd name="connsiteY2" fmla="*/ 721831 h 721831"/>
              <a:gd name="connsiteX3" fmla="*/ 0 w 986856"/>
              <a:gd name="connsiteY3" fmla="*/ 721831 h 721831"/>
              <a:gd name="connsiteX0-1" fmla="*/ 0 w 986856"/>
              <a:gd name="connsiteY0-2" fmla="*/ 766613 h 766613"/>
              <a:gd name="connsiteX1-3" fmla="*/ 550336 w 986856"/>
              <a:gd name="connsiteY1-4" fmla="*/ 0 h 766613"/>
              <a:gd name="connsiteX2-5" fmla="*/ 986856 w 986856"/>
              <a:gd name="connsiteY2-6" fmla="*/ 766613 h 766613"/>
              <a:gd name="connsiteX3-7" fmla="*/ 0 w 986856"/>
              <a:gd name="connsiteY3-8" fmla="*/ 766613 h 766613"/>
            </a:gdLst>
            <a:ahLst/>
            <a:cxnLst>
              <a:cxn ang="0">
                <a:pos x="connsiteX0-1" y="connsiteY0-2"/>
              </a:cxn>
              <a:cxn ang="0">
                <a:pos x="connsiteX1-3" y="connsiteY1-4"/>
              </a:cxn>
              <a:cxn ang="0">
                <a:pos x="connsiteX2-5" y="connsiteY2-6"/>
              </a:cxn>
              <a:cxn ang="0">
                <a:pos x="connsiteX3-7" y="connsiteY3-8"/>
              </a:cxn>
            </a:cxnLst>
            <a:rect l="l" t="t" r="r" b="b"/>
            <a:pathLst>
              <a:path w="986856" h="766613">
                <a:moveTo>
                  <a:pt x="0" y="766613"/>
                </a:moveTo>
                <a:lnTo>
                  <a:pt x="550336" y="0"/>
                </a:lnTo>
                <a:lnTo>
                  <a:pt x="986856" y="766613"/>
                </a:lnTo>
                <a:lnTo>
                  <a:pt x="0" y="766613"/>
                </a:lnTo>
                <a:close/>
              </a:path>
            </a:pathLst>
          </a:custGeom>
          <a:solidFill>
            <a:srgbClr val="4F81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6200000">
            <a:off x="10320263" y="2763636"/>
            <a:ext cx="2010385" cy="1733090"/>
          </a:xfrm>
          <a:prstGeom prst="triangle">
            <a:avLst/>
          </a:prstGeom>
          <a:solidFill>
            <a:srgbClr val="0070C0"/>
          </a:solidFill>
          <a:ln>
            <a:noFill/>
          </a:ln>
          <a:effectLst>
            <a:outerShdw blurRad="50800" dist="38100" dir="8100000" sx="104000" sy="104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8681015">
            <a:off x="10487418" y="349499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a:off x="10462329" y="138254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11122609" y="142036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rot="18903724">
            <a:off x="7313463" y="4604134"/>
            <a:ext cx="4185063" cy="47596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p:cNvSpPr txBox="1"/>
          <p:nvPr/>
        </p:nvSpPr>
        <p:spPr>
          <a:xfrm>
            <a:off x="837116" y="-3623"/>
            <a:ext cx="4771346" cy="822960"/>
          </a:xfrm>
          <a:prstGeom prst="rect">
            <a:avLst/>
          </a:prstGeom>
          <a:noFill/>
        </p:spPr>
        <p:txBody>
          <a:bodyPr wrap="square" rtlCol="0" anchor="ctr">
            <a:noAutofit/>
          </a:bodyPr>
          <a:lstStyle/>
          <a:p>
            <a:pPr algn="ctr"/>
            <a:r>
              <a:rPr lang="vi-VN" altLang="vi-VN" sz="3500" b="1" dirty="0">
                <a:latin typeface="Arial" panose="020B0604020202020204" pitchFamily="34" charset="0"/>
                <a:ea typeface="Noto Sans"/>
                <a:cs typeface="Arial" panose="020B0604020202020204" pitchFamily="34" charset="0"/>
              </a:rPr>
              <a:t>LÝ DO CHỌN ĐỀ TÀI</a:t>
            </a:r>
            <a:endParaRPr lang="zh-CN" altLang="en-US" sz="35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B97EA086-8DDC-933F-56E5-F2D90A3817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1B4CEB96-AC72-0F90-F6F1-524BFDC35713}"/>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A5D0B036-E063-94C9-05B1-7C7B93ABEFE2}"/>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
            <a:extLst>
              <a:ext uri="{FF2B5EF4-FFF2-40B4-BE49-F238E27FC236}">
                <a16:creationId xmlns:a16="http://schemas.microsoft.com/office/drawing/2014/main" id="{526A9455-AE2B-CE3A-A367-08090B979128}"/>
              </a:ext>
            </a:extLst>
          </p:cNvPr>
          <p:cNvSpPr/>
          <p:nvPr/>
        </p:nvSpPr>
        <p:spPr>
          <a:xfrm rot="16200000">
            <a:off x="-402029" y="2931729"/>
            <a:ext cx="2777598" cy="23834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a:extLst>
              <a:ext uri="{FF2B5EF4-FFF2-40B4-BE49-F238E27FC236}">
                <a16:creationId xmlns:a16="http://schemas.microsoft.com/office/drawing/2014/main" id="{D6DB7B94-B988-1E98-B979-F8326FEBA69F}"/>
              </a:ext>
            </a:extLst>
          </p:cNvPr>
          <p:cNvSpPr txBox="1"/>
          <p:nvPr/>
        </p:nvSpPr>
        <p:spPr>
          <a:xfrm>
            <a:off x="1075465" y="1701878"/>
            <a:ext cx="6884507" cy="2669642"/>
          </a:xfrm>
          <a:prstGeom prst="rect">
            <a:avLst/>
          </a:prstGeom>
          <a:noFill/>
        </p:spPr>
        <p:txBody>
          <a:bodyPr wrap="square">
            <a:spAutoFit/>
          </a:bodyPr>
          <a:lstStyle/>
          <a:p>
            <a:pPr marR="0" lvl="0" indent="346075"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900" i="0" u="none" strike="noStrike" cap="none" normalizeH="0" baseline="0" dirty="0" err="1">
                <a:ln>
                  <a:noFill/>
                </a:ln>
                <a:solidFill>
                  <a:schemeClr val="bg1"/>
                </a:solidFill>
                <a:effectLst/>
                <a:latin typeface="Arial" panose="020B0604020202020204" pitchFamily="34" charset="0"/>
              </a:rPr>
              <a:t>Đồng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Tháp</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có</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tiềm</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năng</a:t>
            </a:r>
            <a:r>
              <a:rPr kumimoji="0" lang="en-US" altLang="en-US" sz="1900" i="0" u="none" strike="noStrike" cap="none" normalizeH="0" baseline="0" dirty="0">
                <a:ln>
                  <a:noFill/>
                </a:ln>
                <a:solidFill>
                  <a:schemeClr val="bg1"/>
                </a:solidFill>
                <a:effectLst/>
                <a:latin typeface="Arial" panose="020B0604020202020204" pitchFamily="34" charset="0"/>
              </a:rPr>
              <a:t> du </a:t>
            </a:r>
            <a:r>
              <a:rPr kumimoji="0" lang="en-US" altLang="en-US" sz="1900" i="0" u="none" strike="noStrike" cap="none" normalizeH="0" baseline="0" dirty="0" err="1">
                <a:ln>
                  <a:noFill/>
                </a:ln>
                <a:solidFill>
                  <a:schemeClr val="bg1"/>
                </a:solidFill>
                <a:effectLst/>
                <a:latin typeface="Arial" panose="020B0604020202020204" pitchFamily="34" charset="0"/>
              </a:rPr>
              <a:t>lịch</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lớn</a:t>
            </a:r>
            <a:r>
              <a:rPr lang="en-US" altLang="en-US" sz="1900" dirty="0">
                <a:solidFill>
                  <a:schemeClr val="bg1"/>
                </a:solidFill>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nhưng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công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tác</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quảng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bá</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số</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còn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hạn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chế</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thông</a:t>
            </a:r>
            <a:r>
              <a:rPr kumimoji="0" lang="en-US" altLang="en-US" sz="1900" i="0" u="none" strike="noStrike" cap="none" normalizeH="0" baseline="0" dirty="0">
                <a:ln>
                  <a:noFill/>
                </a:ln>
                <a:solidFill>
                  <a:schemeClr val="bg1"/>
                </a:solidFill>
                <a:effectLst/>
                <a:latin typeface="Arial" panose="020B0604020202020204" pitchFamily="34" charset="0"/>
              </a:rPr>
              <a:t> tin </a:t>
            </a:r>
            <a:r>
              <a:rPr kumimoji="0" lang="en-US" altLang="en-US" sz="1900" i="0" u="none" strike="noStrike" cap="none" normalizeH="0" baseline="0" dirty="0" err="1">
                <a:ln>
                  <a:noFill/>
                </a:ln>
                <a:solidFill>
                  <a:schemeClr val="bg1"/>
                </a:solidFill>
                <a:effectLst/>
                <a:latin typeface="Arial" panose="020B0604020202020204" pitchFamily="34" charset="0"/>
              </a:rPr>
              <a:t>phân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tán</a:t>
            </a:r>
            <a:r>
              <a:rPr kumimoji="0" lang="en-US" altLang="en-US" sz="1900" i="0" u="none" strike="noStrike" cap="none" normalizeH="0" baseline="0" dirty="0">
                <a:ln>
                  <a:noFill/>
                </a:ln>
                <a:solidFill>
                  <a:schemeClr val="bg1"/>
                </a:solidFill>
                <a:effectLst/>
                <a:latin typeface="Arial" panose="020B0604020202020204" pitchFamily="34" charset="0"/>
              </a:rPr>
              <a:t>.</a:t>
            </a:r>
          </a:p>
          <a:p>
            <a:pPr marR="0" lvl="0" indent="346075"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900" i="0" u="none" strike="noStrike" cap="none" normalizeH="0" baseline="0" dirty="0">
                <a:ln>
                  <a:noFill/>
                </a:ln>
                <a:solidFill>
                  <a:schemeClr val="bg1"/>
                </a:solidFill>
                <a:effectLst/>
                <a:latin typeface="Arial" panose="020B0604020202020204" pitchFamily="34" charset="0"/>
              </a:rPr>
              <a:t>Các website </a:t>
            </a:r>
            <a:r>
              <a:rPr kumimoji="0" lang="en-US" altLang="en-US" sz="1900" i="0" u="none" strike="noStrike" cap="none" normalizeH="0" baseline="0" dirty="0" err="1">
                <a:ln>
                  <a:noFill/>
                </a:ln>
                <a:solidFill>
                  <a:schemeClr val="bg1"/>
                </a:solidFill>
                <a:effectLst/>
                <a:latin typeface="Arial" panose="020B0604020202020204" pitchFamily="34" charset="0"/>
              </a:rPr>
              <a:t>hiện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tại</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thường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lỗi</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thời</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không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tương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thích</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thiết</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bị</a:t>
            </a:r>
            <a:r>
              <a:rPr kumimoji="0" lang="en-US" altLang="en-US" sz="1900" i="0" u="none" strike="noStrike" cap="none" normalizeH="0" baseline="0" dirty="0">
                <a:ln>
                  <a:noFill/>
                </a:ln>
                <a:solidFill>
                  <a:schemeClr val="bg1"/>
                </a:solidFill>
                <a:effectLst/>
                <a:latin typeface="Arial" panose="020B0604020202020204" pitchFamily="34" charset="0"/>
              </a:rPr>
              <a:t> di </a:t>
            </a:r>
            <a:r>
              <a:rPr kumimoji="0" lang="en-US" altLang="en-US" sz="1900" i="0" u="none" strike="noStrike" cap="none" normalizeH="0" baseline="0" dirty="0" err="1">
                <a:ln>
                  <a:noFill/>
                </a:ln>
                <a:solidFill>
                  <a:schemeClr val="bg1"/>
                </a:solidFill>
                <a:effectLst/>
                <a:latin typeface="Arial" panose="020B0604020202020204" pitchFamily="34" charset="0"/>
              </a:rPr>
              <a:t>động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và</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chưa</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tối</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ưu</a:t>
            </a:r>
            <a:r>
              <a:rPr kumimoji="0" lang="en-US" altLang="en-US" sz="1900" i="0" u="none" strike="noStrike" cap="none" normalizeH="0" baseline="0" dirty="0">
                <a:ln>
                  <a:noFill/>
                </a:ln>
                <a:solidFill>
                  <a:schemeClr val="bg1"/>
                </a:solidFill>
                <a:effectLst/>
                <a:latin typeface="Arial" panose="020B0604020202020204" pitchFamily="34" charset="0"/>
              </a:rPr>
              <a:t> SEO.</a:t>
            </a:r>
          </a:p>
          <a:p>
            <a:pPr marR="0" lvl="0" indent="346075"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900" i="0" u="none" strike="noStrike" cap="none" normalizeH="0" baseline="0" dirty="0" err="1">
                <a:ln>
                  <a:noFill/>
                </a:ln>
                <a:solidFill>
                  <a:schemeClr val="bg1"/>
                </a:solidFill>
                <a:effectLst/>
                <a:latin typeface="Arial" panose="020B0604020202020204" pitchFamily="34" charset="0"/>
              </a:rPr>
              <a:t>Sự</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cần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thiết</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Cần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một</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nền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tảng</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hiện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đại</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chuyên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nghiệp</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để</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số</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hóa</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tài</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nguyên</a:t>
            </a:r>
            <a:r>
              <a:rPr kumimoji="0" lang="en-US" altLang="en-US" sz="1900" i="0" u="none" strike="noStrike" cap="none" normalizeH="0" baseline="0" dirty="0">
                <a:ln>
                  <a:noFill/>
                </a:ln>
                <a:solidFill>
                  <a:schemeClr val="bg1"/>
                </a:solidFill>
                <a:effectLst/>
                <a:latin typeface="Arial" panose="020B0604020202020204" pitchFamily="34" charset="0"/>
              </a:rPr>
              <a:t> du </a:t>
            </a:r>
            <a:r>
              <a:rPr kumimoji="0" lang="en-US" altLang="en-US" sz="1900" i="0" u="none" strike="noStrike" cap="none" normalizeH="0" baseline="0" dirty="0" err="1">
                <a:ln>
                  <a:noFill/>
                </a:ln>
                <a:solidFill>
                  <a:schemeClr val="bg1"/>
                </a:solidFill>
                <a:effectLst/>
                <a:latin typeface="Arial" panose="020B0604020202020204" pitchFamily="34" charset="0"/>
              </a:rPr>
              <a:t>lịch</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và</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thúc</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đẩy</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phát</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triển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bền</a:t>
            </a:r>
            <a:r>
              <a:rPr kumimoji="0" lang="en-US" altLang="en-US" sz="1900" i="0" u="none" strike="noStrike" cap="none" normalizeH="0" baseline="0" dirty="0">
                <a:ln>
                  <a:noFill/>
                </a:ln>
                <a:solidFill>
                  <a:schemeClr val="bg1"/>
                </a:solidFill>
                <a:effectLst/>
                <a:latin typeface="Arial" panose="020B0604020202020204" pitchFamily="34" charset="0"/>
              </a:rPr>
              <a:t> </a:t>
            </a:r>
            <a:r>
              <a:rPr kumimoji="0" lang="en-US" altLang="en-US" sz="1900" i="0" u="none" strike="noStrike" cap="none" normalizeH="0" baseline="0" dirty="0" err="1">
                <a:ln>
                  <a:noFill/>
                </a:ln>
                <a:solidFill>
                  <a:schemeClr val="bg1"/>
                </a:solidFill>
                <a:effectLst/>
                <a:latin typeface="Arial" panose="020B0604020202020204" pitchFamily="34" charset="0"/>
              </a:rPr>
              <a:t>vững</a:t>
            </a:r>
            <a:endParaRPr kumimoji="0" lang="en-US" altLang="en-US" sz="190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98611-7407-BBEA-1F78-06A28D357A47}"/>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D005D4E5-3230-46BB-C5B5-2831B25F1A17}"/>
              </a:ext>
            </a:extLst>
          </p:cNvPr>
          <p:cNvSpPr txBox="1"/>
          <p:nvPr/>
        </p:nvSpPr>
        <p:spPr>
          <a:xfrm>
            <a:off x="69784" y="2517413"/>
            <a:ext cx="487680" cy="1956547"/>
          </a:xfrm>
          <a:prstGeom prst="rect">
            <a:avLst/>
          </a:prstGeom>
          <a:noFill/>
        </p:spPr>
        <p:txBody>
          <a:bodyPr vert="vert" wrap="square" rtlCol="0">
            <a:normAutofit/>
          </a:bodyPr>
          <a:lstStyle/>
          <a:p>
            <a:pPr algn="dist"/>
            <a:r>
              <a:rPr lang="vi-VN" altLang="vi-VN" sz="2000" b="1" dirty="0">
                <a:latin typeface="Noto Sans"/>
                <a:ea typeface="Noto Sans"/>
              </a:rPr>
              <a:t>VIỆC KINH</a:t>
            </a:r>
            <a:endParaRPr lang="zh-CN" altLang="en-US" sz="2000" b="1" dirty="0"/>
          </a:p>
        </p:txBody>
      </p:sp>
      <p:sp>
        <p:nvSpPr>
          <p:cNvPr id="3" name="矩形 2">
            <a:extLst>
              <a:ext uri="{FF2B5EF4-FFF2-40B4-BE49-F238E27FC236}">
                <a16:creationId xmlns:a16="http://schemas.microsoft.com/office/drawing/2014/main" id="{1B2A27C9-5FC7-97F3-770C-F0BECC59A3E4}"/>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B27FFEF2-4CBF-4963-C3F0-BDCD0C5384F3}"/>
              </a:ext>
            </a:extLst>
          </p:cNvPr>
          <p:cNvSpPr txBox="1"/>
          <p:nvPr/>
        </p:nvSpPr>
        <p:spPr>
          <a:xfrm>
            <a:off x="837116" y="-3623"/>
            <a:ext cx="8520244" cy="822960"/>
          </a:xfrm>
          <a:prstGeom prst="rect">
            <a:avLst/>
          </a:prstGeom>
          <a:noFill/>
        </p:spPr>
        <p:txBody>
          <a:bodyPr wrap="square" rtlCol="0" anchor="ctr">
            <a:noAutofit/>
          </a:bodyPr>
          <a:lstStyle/>
          <a:p>
            <a:pPr algn="ctr"/>
            <a:r>
              <a:rPr lang="en-US" altLang="zh-CN" sz="3500" b="1" dirty="0">
                <a:latin typeface="Arial" panose="020B0604020202020204" pitchFamily="34" charset="0"/>
                <a:ea typeface="Noto Sans"/>
                <a:cs typeface="Arial" panose="020B0604020202020204" pitchFamily="34" charset="0"/>
              </a:rPr>
              <a:t>MỤC TIÊU VÀ PHẠM VI NGUYÊN CỨU</a:t>
            </a:r>
            <a:endParaRPr lang="zh-CN" altLang="en-US" sz="35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ECAE6F3-58B8-3ABC-153D-450CD05BB2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1FA4269C-575A-5811-AAA0-447750CF4D95}"/>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5BA7989B-4AB4-D5B1-29E8-B7CEE8BB4CAE}"/>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右箭头 41">
            <a:extLst>
              <a:ext uri="{FF2B5EF4-FFF2-40B4-BE49-F238E27FC236}">
                <a16:creationId xmlns:a16="http://schemas.microsoft.com/office/drawing/2014/main" id="{BD15CD53-2510-D12D-3FA8-4032C0A6A44C}"/>
              </a:ext>
            </a:extLst>
          </p:cNvPr>
          <p:cNvSpPr/>
          <p:nvPr/>
        </p:nvSpPr>
        <p:spPr>
          <a:xfrm>
            <a:off x="6374941" y="3586479"/>
            <a:ext cx="1366677" cy="3323748"/>
          </a:xfrm>
          <a:prstGeom prst="bentArrow">
            <a:avLst>
              <a:gd name="adj1" fmla="val 25000"/>
              <a:gd name="adj2" fmla="val 25000"/>
              <a:gd name="adj3" fmla="val 25000"/>
              <a:gd name="adj4" fmla="val 75000"/>
            </a:avLst>
          </a:prstGeom>
          <a:solidFill>
            <a:srgbClr val="4F80BD"/>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a:endParaRPr>
          </a:p>
        </p:txBody>
      </p:sp>
      <p:sp>
        <p:nvSpPr>
          <p:cNvPr id="6" name="圆角右箭头 52">
            <a:extLst>
              <a:ext uri="{FF2B5EF4-FFF2-40B4-BE49-F238E27FC236}">
                <a16:creationId xmlns:a16="http://schemas.microsoft.com/office/drawing/2014/main" id="{D212B33B-3084-ECFC-87C0-8C13E6DA94A9}"/>
              </a:ext>
            </a:extLst>
          </p:cNvPr>
          <p:cNvSpPr/>
          <p:nvPr/>
        </p:nvSpPr>
        <p:spPr>
          <a:xfrm flipH="1">
            <a:off x="4432777" y="3586479"/>
            <a:ext cx="1366677" cy="3323747"/>
          </a:xfrm>
          <a:prstGeom prst="bentArrow">
            <a:avLst>
              <a:gd name="adj1" fmla="val 25000"/>
              <a:gd name="adj2" fmla="val 25000"/>
              <a:gd name="adj3" fmla="val 25000"/>
              <a:gd name="adj4" fmla="val 75000"/>
            </a:avLst>
          </a:prstGeom>
          <a:solidFill>
            <a:srgbClr val="4F80BD"/>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a:endParaRPr>
          </a:p>
        </p:txBody>
      </p:sp>
      <p:sp>
        <p:nvSpPr>
          <p:cNvPr id="7" name="上箭头 45">
            <a:extLst>
              <a:ext uri="{FF2B5EF4-FFF2-40B4-BE49-F238E27FC236}">
                <a16:creationId xmlns:a16="http://schemas.microsoft.com/office/drawing/2014/main" id="{380C1FB0-0EB0-5385-A107-02D38D36B764}"/>
              </a:ext>
            </a:extLst>
          </p:cNvPr>
          <p:cNvSpPr/>
          <p:nvPr/>
        </p:nvSpPr>
        <p:spPr>
          <a:xfrm>
            <a:off x="5756199" y="2752514"/>
            <a:ext cx="693538" cy="4157714"/>
          </a:xfrm>
          <a:prstGeom prst="upArrow">
            <a:avLst/>
          </a:prstGeom>
          <a:solidFill>
            <a:srgbClr val="0070C0"/>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a:endParaRPr>
          </a:p>
        </p:txBody>
      </p:sp>
      <p:sp>
        <p:nvSpPr>
          <p:cNvPr id="10" name="TextBox 9">
            <a:extLst>
              <a:ext uri="{FF2B5EF4-FFF2-40B4-BE49-F238E27FC236}">
                <a16:creationId xmlns:a16="http://schemas.microsoft.com/office/drawing/2014/main" id="{9BCF76CB-5D5A-F077-EB6C-E214ACCEB45F}"/>
              </a:ext>
            </a:extLst>
          </p:cNvPr>
          <p:cNvSpPr txBox="1"/>
          <p:nvPr/>
        </p:nvSpPr>
        <p:spPr>
          <a:xfrm>
            <a:off x="3713142" y="1552184"/>
            <a:ext cx="4918116" cy="1200329"/>
          </a:xfrm>
          <a:prstGeom prst="rect">
            <a:avLst/>
          </a:prstGeom>
          <a:noFill/>
        </p:spPr>
        <p:txBody>
          <a:bodyPr wrap="square">
            <a:spAutoFit/>
          </a:bodyPr>
          <a:lstStyle/>
          <a:p>
            <a:pPr algn="just"/>
            <a:r>
              <a:rPr lang="vi-VN" sz="2400" dirty="0">
                <a:solidFill>
                  <a:schemeClr val="bg1"/>
                </a:solidFill>
                <a:latin typeface="Arial" panose="020B0604020202020204" pitchFamily="34" charset="0"/>
                <a:cs typeface="Arial" panose="020B0604020202020204" pitchFamily="34" charset="0"/>
              </a:rPr>
              <a:t>Xây dựng website du lịch đồng bộ, hiện đại, chuẩn SEO, thân thiện với người dùng trên đa thiết bị</a:t>
            </a:r>
            <a:endParaRPr lang="en-US" sz="2400" dirty="0">
              <a:solidFill>
                <a:schemeClr val="bg1"/>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C6E4381-63AF-F4DE-BE15-97D04C46675F}"/>
              </a:ext>
            </a:extLst>
          </p:cNvPr>
          <p:cNvSpPr txBox="1"/>
          <p:nvPr/>
        </p:nvSpPr>
        <p:spPr>
          <a:xfrm>
            <a:off x="3048000" y="1025343"/>
            <a:ext cx="6096000" cy="523220"/>
          </a:xfrm>
          <a:prstGeom prst="rect">
            <a:avLst/>
          </a:prstGeom>
          <a:noFill/>
        </p:spPr>
        <p:txBody>
          <a:bodyPr wrap="square">
            <a:spAutoFit/>
          </a:bodyPr>
          <a:lstStyle/>
          <a:p>
            <a:pPr algn="ctr"/>
            <a:r>
              <a:rPr lang="en-US" sz="2800" b="1" dirty="0">
                <a:solidFill>
                  <a:schemeClr val="bg1"/>
                </a:solidFill>
                <a:latin typeface="Arial" panose="020B0604020202020204" pitchFamily="34" charset="0"/>
                <a:cs typeface="Arial" panose="020B0604020202020204" pitchFamily="34" charset="0"/>
              </a:rPr>
              <a:t> </a:t>
            </a:r>
            <a:r>
              <a:rPr lang="en-US" sz="2800" b="1" dirty="0" err="1">
                <a:solidFill>
                  <a:schemeClr val="bg1"/>
                </a:solidFill>
                <a:latin typeface="Arial" panose="020B0604020202020204" pitchFamily="34" charset="0"/>
                <a:cs typeface="Arial" panose="020B0604020202020204" pitchFamily="34" charset="0"/>
              </a:rPr>
              <a:t>Mục</a:t>
            </a:r>
            <a:r>
              <a:rPr lang="en-US" sz="2800" b="1" dirty="0">
                <a:solidFill>
                  <a:schemeClr val="bg1"/>
                </a:solidFill>
                <a:latin typeface="Arial" panose="020B0604020202020204" pitchFamily="34" charset="0"/>
                <a:cs typeface="Arial" panose="020B0604020202020204" pitchFamily="34" charset="0"/>
              </a:rPr>
              <a:t> </a:t>
            </a:r>
            <a:r>
              <a:rPr lang="en-US" sz="2800" b="1" dirty="0" err="1">
                <a:solidFill>
                  <a:schemeClr val="bg1"/>
                </a:solidFill>
                <a:latin typeface="Arial" panose="020B0604020202020204" pitchFamily="34" charset="0"/>
                <a:cs typeface="Arial" panose="020B0604020202020204" pitchFamily="34" charset="0"/>
              </a:rPr>
              <a:t>tiêu</a:t>
            </a:r>
            <a:r>
              <a:rPr lang="en-US" sz="2800" b="1" dirty="0">
                <a:solidFill>
                  <a:schemeClr val="bg1"/>
                </a:solidFill>
                <a:latin typeface="Arial" panose="020B0604020202020204" pitchFamily="34" charset="0"/>
                <a:cs typeface="Arial" panose="020B0604020202020204" pitchFamily="34" charset="0"/>
              </a:rPr>
              <a:t> </a:t>
            </a:r>
          </a:p>
        </p:txBody>
      </p:sp>
      <p:sp>
        <p:nvSpPr>
          <p:cNvPr id="18" name="TextBox 17">
            <a:extLst>
              <a:ext uri="{FF2B5EF4-FFF2-40B4-BE49-F238E27FC236}">
                <a16:creationId xmlns:a16="http://schemas.microsoft.com/office/drawing/2014/main" id="{9518F881-F34D-8184-D853-127FEC07F5B4}"/>
              </a:ext>
            </a:extLst>
          </p:cNvPr>
          <p:cNvSpPr txBox="1"/>
          <p:nvPr/>
        </p:nvSpPr>
        <p:spPr>
          <a:xfrm>
            <a:off x="497101" y="3937627"/>
            <a:ext cx="4023042" cy="1200329"/>
          </a:xfrm>
          <a:prstGeom prst="rect">
            <a:avLst/>
          </a:prstGeom>
          <a:noFill/>
        </p:spPr>
        <p:txBody>
          <a:bodyPr wrap="square">
            <a:spAutoFit/>
          </a:bodyPr>
          <a:lstStyle/>
          <a:p>
            <a:pPr algn="just"/>
            <a:r>
              <a:rPr lang="vi-VN" sz="2400" dirty="0">
                <a:solidFill>
                  <a:schemeClr val="bg1"/>
                </a:solidFill>
                <a:latin typeface="Arial" panose="020B0604020202020204" pitchFamily="34" charset="0"/>
                <a:cs typeface="Arial" panose="020B0604020202020204" pitchFamily="34" charset="0"/>
              </a:rPr>
              <a:t>Website và hệ thống dữ liệu về địa điểm, món ăn, bài viết du lịch tỉnh Đồng Tháp</a:t>
            </a:r>
            <a:endParaRPr lang="en-US" sz="2400" dirty="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2172A184-CCC5-E68F-E3B2-6968E467ED67}"/>
              </a:ext>
            </a:extLst>
          </p:cNvPr>
          <p:cNvSpPr txBox="1"/>
          <p:nvPr/>
        </p:nvSpPr>
        <p:spPr>
          <a:xfrm>
            <a:off x="-526174" y="3443364"/>
            <a:ext cx="6096000" cy="523220"/>
          </a:xfrm>
          <a:prstGeom prst="rect">
            <a:avLst/>
          </a:prstGeom>
          <a:noFill/>
        </p:spPr>
        <p:txBody>
          <a:bodyPr wrap="square">
            <a:spAutoFit/>
          </a:bodyPr>
          <a:lstStyle/>
          <a:p>
            <a:pPr algn="ctr"/>
            <a:r>
              <a:rPr lang="vi-VN" sz="2800" b="1" dirty="0">
                <a:solidFill>
                  <a:schemeClr val="bg1"/>
                </a:solidFill>
                <a:latin typeface="Arial" panose="020B0604020202020204" pitchFamily="34" charset="0"/>
                <a:cs typeface="Arial" panose="020B0604020202020204" pitchFamily="34" charset="0"/>
              </a:rPr>
              <a:t>Đối tượng</a:t>
            </a:r>
            <a:endParaRPr lang="en-US" sz="2800" b="1" dirty="0">
              <a:solidFill>
                <a:schemeClr val="bg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F835F6CF-C8E3-2187-950C-D9284C060E08}"/>
              </a:ext>
            </a:extLst>
          </p:cNvPr>
          <p:cNvSpPr txBox="1"/>
          <p:nvPr/>
        </p:nvSpPr>
        <p:spPr>
          <a:xfrm>
            <a:off x="7741618" y="3952220"/>
            <a:ext cx="4380598" cy="1569660"/>
          </a:xfrm>
          <a:prstGeom prst="rect">
            <a:avLst/>
          </a:prstGeom>
          <a:noFill/>
        </p:spPr>
        <p:txBody>
          <a:bodyPr wrap="square">
            <a:spAutoFit/>
          </a:bodyPr>
          <a:lstStyle/>
          <a:p>
            <a:pPr algn="just"/>
            <a:r>
              <a:rPr lang="en-US" sz="2400" dirty="0" err="1">
                <a:solidFill>
                  <a:schemeClr val="bg1"/>
                </a:solidFill>
                <a:latin typeface="Arial" panose="020B0604020202020204" pitchFamily="34" charset="0"/>
                <a:cs typeface="Arial" panose="020B0604020202020204" pitchFamily="34" charset="0"/>
              </a:rPr>
              <a:t>Sử</a:t>
            </a:r>
            <a:r>
              <a:rPr lang="vi-VN" sz="2400" dirty="0">
                <a:solidFill>
                  <a:schemeClr val="bg1"/>
                </a:solidFill>
                <a:latin typeface="Arial" panose="020B0604020202020204" pitchFamily="34" charset="0"/>
                <a:cs typeface="Arial" panose="020B0604020202020204" pitchFamily="34" charset="0"/>
              </a:rPr>
              <a:t> dụng React.js (Frontend), Node.js (Backend), MongoDB (Database) và tối ưu trải nghiệm người dùng</a:t>
            </a:r>
            <a:endParaRPr lang="en-US" sz="2400" dirty="0">
              <a:solidFill>
                <a:schemeClr val="bg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3D7EF9D5-B3BE-5515-6630-DEBDF3913208}"/>
              </a:ext>
            </a:extLst>
          </p:cNvPr>
          <p:cNvSpPr txBox="1"/>
          <p:nvPr/>
        </p:nvSpPr>
        <p:spPr>
          <a:xfrm>
            <a:off x="6893248" y="3429000"/>
            <a:ext cx="6370320" cy="523220"/>
          </a:xfrm>
          <a:prstGeom prst="rect">
            <a:avLst/>
          </a:prstGeom>
          <a:noFill/>
        </p:spPr>
        <p:txBody>
          <a:bodyPr wrap="square">
            <a:spAutoFit/>
          </a:bodyPr>
          <a:lstStyle/>
          <a:p>
            <a:pPr algn="ctr"/>
            <a:r>
              <a:rPr lang="en-US" sz="2800" b="1" dirty="0">
                <a:solidFill>
                  <a:schemeClr val="bg1"/>
                </a:solidFill>
                <a:latin typeface="Arial" panose="020B0604020202020204" pitchFamily="34" charset="0"/>
                <a:cs typeface="Arial" panose="020B0604020202020204" pitchFamily="34" charset="0"/>
              </a:rPr>
              <a:t>Phạm vi</a:t>
            </a:r>
          </a:p>
        </p:txBody>
      </p:sp>
    </p:spTree>
    <p:extLst>
      <p:ext uri="{BB962C8B-B14F-4D97-AF65-F5344CB8AC3E}">
        <p14:creationId xmlns:p14="http://schemas.microsoft.com/office/powerpoint/2010/main" val="1750225790"/>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F35BB-334F-8B2B-7463-F698E14B892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37AAC35-610D-B5F4-E15A-FD205A4AA2DA}"/>
              </a:ext>
            </a:extLst>
          </p:cNvPr>
          <p:cNvSpPr txBox="1"/>
          <p:nvPr/>
        </p:nvSpPr>
        <p:spPr>
          <a:xfrm>
            <a:off x="69784" y="2517413"/>
            <a:ext cx="487680" cy="1956547"/>
          </a:xfrm>
          <a:prstGeom prst="rect">
            <a:avLst/>
          </a:prstGeom>
          <a:noFill/>
        </p:spPr>
        <p:txBody>
          <a:bodyPr vert="vert" wrap="square" rtlCol="0">
            <a:normAutofit/>
          </a:bodyPr>
          <a:lstStyle/>
          <a:p>
            <a:pPr algn="dist"/>
            <a:r>
              <a:rPr lang="vi-VN" altLang="vi-VN" sz="2000" b="1" dirty="0">
                <a:latin typeface="Noto Sans"/>
                <a:ea typeface="Noto Sans"/>
              </a:rPr>
              <a:t>VIỆC KINH</a:t>
            </a:r>
            <a:endParaRPr lang="zh-CN" altLang="en-US" sz="2000" b="1" dirty="0"/>
          </a:p>
        </p:txBody>
      </p:sp>
      <p:sp>
        <p:nvSpPr>
          <p:cNvPr id="3" name="矩形 2">
            <a:extLst>
              <a:ext uri="{FF2B5EF4-FFF2-40B4-BE49-F238E27FC236}">
                <a16:creationId xmlns:a16="http://schemas.microsoft.com/office/drawing/2014/main" id="{5FA2D75D-C2AA-7CB6-DC65-74670F01702E}"/>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7C16B77E-4E22-4BD0-EC74-525ECE528C29}"/>
              </a:ext>
            </a:extLst>
          </p:cNvPr>
          <p:cNvSpPr txBox="1"/>
          <p:nvPr/>
        </p:nvSpPr>
        <p:spPr>
          <a:xfrm>
            <a:off x="837116" y="-3623"/>
            <a:ext cx="8520244" cy="822960"/>
          </a:xfrm>
          <a:prstGeom prst="rect">
            <a:avLst/>
          </a:prstGeom>
          <a:noFill/>
        </p:spPr>
        <p:txBody>
          <a:bodyPr wrap="square" rtlCol="0" anchor="ctr">
            <a:noAutofit/>
          </a:bodyPr>
          <a:lstStyle/>
          <a:p>
            <a:r>
              <a:rPr lang="en-US" altLang="zh-CN" sz="3500" b="1" dirty="0">
                <a:latin typeface="Arial" panose="020B0604020202020204" pitchFamily="34" charset="0"/>
                <a:ea typeface="Noto Sans"/>
                <a:cs typeface="Arial" panose="020B0604020202020204" pitchFamily="34" charset="0"/>
              </a:rPr>
              <a:t>CÔNG NGHỆ SỬ DỤNG</a:t>
            </a:r>
            <a:endParaRPr lang="zh-CN" altLang="en-US" sz="35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70CC1828-49E3-77BC-0595-AA3A463A8F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F41B9D93-2BA4-9972-A7D1-C3C11ED3FA15}"/>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429F61D6-05DE-3788-5567-D067261291DC}"/>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F6261636-7820-30DA-C74B-69E95830EE54}"/>
              </a:ext>
            </a:extLst>
          </p:cNvPr>
          <p:cNvSpPr/>
          <p:nvPr/>
        </p:nvSpPr>
        <p:spPr>
          <a:xfrm>
            <a:off x="3444240" y="1438186"/>
            <a:ext cx="6998610" cy="822960"/>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gn="ctr" defTabSz="967740"/>
            <a:endParaRPr lang="zh-CN" altLang="en-US" sz="1905">
              <a:solidFill>
                <a:schemeClr val="tx1">
                  <a:lumMod val="95000"/>
                </a:schemeClr>
              </a:solidFill>
              <a:latin typeface="Century Gothic"/>
              <a:ea typeface="微软雅黑"/>
            </a:endParaRPr>
          </a:p>
        </p:txBody>
      </p:sp>
      <p:sp>
        <p:nvSpPr>
          <p:cNvPr id="9" name="11 Rectángulo">
            <a:extLst>
              <a:ext uri="{FF2B5EF4-FFF2-40B4-BE49-F238E27FC236}">
                <a16:creationId xmlns:a16="http://schemas.microsoft.com/office/drawing/2014/main" id="{61366146-D57D-E2B5-6B41-85345485315B}"/>
              </a:ext>
            </a:extLst>
          </p:cNvPr>
          <p:cNvSpPr/>
          <p:nvPr/>
        </p:nvSpPr>
        <p:spPr>
          <a:xfrm>
            <a:off x="2066476" y="1440453"/>
            <a:ext cx="1377764" cy="822960"/>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algn="ctr"/>
            <a:r>
              <a:rPr lang="en-US" sz="2000" b="1" dirty="0">
                <a:solidFill>
                  <a:schemeClr val="tx1"/>
                </a:solidFill>
                <a:cs typeface="Arial" panose="020B0604020202020204" pitchFamily="34" charset="0"/>
              </a:rPr>
              <a:t>Frontend </a:t>
            </a:r>
          </a:p>
        </p:txBody>
      </p:sp>
      <p:sp>
        <p:nvSpPr>
          <p:cNvPr id="15" name="TextBox 14">
            <a:extLst>
              <a:ext uri="{FF2B5EF4-FFF2-40B4-BE49-F238E27FC236}">
                <a16:creationId xmlns:a16="http://schemas.microsoft.com/office/drawing/2014/main" id="{D036FA0A-F086-CC84-7A07-826FF4660F59}"/>
              </a:ext>
            </a:extLst>
          </p:cNvPr>
          <p:cNvSpPr txBox="1"/>
          <p:nvPr/>
        </p:nvSpPr>
        <p:spPr>
          <a:xfrm>
            <a:off x="3616960" y="1496521"/>
            <a:ext cx="6096000" cy="726609"/>
          </a:xfrm>
          <a:prstGeom prst="rect">
            <a:avLst/>
          </a:prstGeom>
          <a:noFill/>
        </p:spPr>
        <p:txBody>
          <a:bodyPr wrap="square">
            <a:spAutoFit/>
          </a:bodyPr>
          <a:lstStyle/>
          <a:p>
            <a:pPr>
              <a:lnSpc>
                <a:spcPct val="120000"/>
              </a:lnSpc>
            </a:pPr>
            <a:r>
              <a:rPr lang="en-US" b="1" dirty="0">
                <a:solidFill>
                  <a:schemeClr val="bg1"/>
                </a:solidFill>
                <a:latin typeface="Arial" panose="020B0604020202020204" pitchFamily="34" charset="0"/>
                <a:cs typeface="Arial" panose="020B0604020202020204" pitchFamily="34" charset="0"/>
              </a:rPr>
              <a:t>React.js </a:t>
            </a:r>
            <a:r>
              <a:rPr lang="en-US" dirty="0" err="1">
                <a:solidFill>
                  <a:schemeClr val="bg1"/>
                </a:solidFill>
                <a:latin typeface="Arial" panose="020B0604020202020204" pitchFamily="34" charset="0"/>
                <a:cs typeface="Arial" panose="020B0604020202020204" pitchFamily="34" charset="0"/>
              </a:rPr>
              <a:t>kết</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hợp</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với</a:t>
            </a:r>
            <a:r>
              <a:rPr lang="en-US" dirty="0">
                <a:solidFill>
                  <a:schemeClr val="bg1"/>
                </a:solidFill>
                <a:latin typeface="Arial" panose="020B0604020202020204" pitchFamily="34" charset="0"/>
                <a:cs typeface="Arial" panose="020B0604020202020204" pitchFamily="34" charset="0"/>
              </a:rPr>
              <a:t> </a:t>
            </a:r>
            <a:r>
              <a:rPr lang="en-US" b="1" dirty="0">
                <a:solidFill>
                  <a:schemeClr val="bg1"/>
                </a:solidFill>
                <a:latin typeface="Arial" panose="020B0604020202020204" pitchFamily="34" charset="0"/>
                <a:cs typeface="Arial" panose="020B0604020202020204" pitchFamily="34" charset="0"/>
              </a:rPr>
              <a:t>Vite</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để</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tăng</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tốc</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độ</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phản</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hồi</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và</a:t>
            </a:r>
            <a:r>
              <a:rPr lang="en-US" dirty="0">
                <a:solidFill>
                  <a:schemeClr val="bg1"/>
                </a:solidFill>
                <a:latin typeface="Arial" panose="020B0604020202020204" pitchFamily="34" charset="0"/>
                <a:cs typeface="Arial" panose="020B0604020202020204" pitchFamily="34" charset="0"/>
              </a:rPr>
              <a:t> </a:t>
            </a:r>
            <a:r>
              <a:rPr lang="en-US" b="1" dirty="0">
                <a:solidFill>
                  <a:schemeClr val="bg1"/>
                </a:solidFill>
                <a:latin typeface="Arial" panose="020B0604020202020204" pitchFamily="34" charset="0"/>
                <a:cs typeface="Arial" panose="020B0604020202020204" pitchFamily="34" charset="0"/>
              </a:rPr>
              <a:t>Tailwind CSS </a:t>
            </a:r>
            <a:r>
              <a:rPr lang="en-US" dirty="0" err="1">
                <a:solidFill>
                  <a:schemeClr val="bg1"/>
                </a:solidFill>
                <a:latin typeface="Arial" panose="020B0604020202020204" pitchFamily="34" charset="0"/>
                <a:cs typeface="Arial" panose="020B0604020202020204" pitchFamily="34" charset="0"/>
              </a:rPr>
              <a:t>để</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thiết</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kế</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giao</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diện</a:t>
            </a:r>
            <a:r>
              <a:rPr lang="en-US" dirty="0">
                <a:solidFill>
                  <a:schemeClr val="bg1"/>
                </a:solidFill>
                <a:latin typeface="Arial" panose="020B0604020202020204" pitchFamily="34" charset="0"/>
                <a:cs typeface="Arial" panose="020B0604020202020204" pitchFamily="34" charset="0"/>
              </a:rPr>
              <a:t> Responsive</a:t>
            </a:r>
          </a:p>
        </p:txBody>
      </p:sp>
      <p:sp>
        <p:nvSpPr>
          <p:cNvPr id="21" name="矩形 1">
            <a:extLst>
              <a:ext uri="{FF2B5EF4-FFF2-40B4-BE49-F238E27FC236}">
                <a16:creationId xmlns:a16="http://schemas.microsoft.com/office/drawing/2014/main" id="{0C0CA861-CA7A-F7D7-3376-EAB99CC7D659}"/>
              </a:ext>
            </a:extLst>
          </p:cNvPr>
          <p:cNvSpPr/>
          <p:nvPr/>
        </p:nvSpPr>
        <p:spPr>
          <a:xfrm>
            <a:off x="3444240" y="2735410"/>
            <a:ext cx="6998610" cy="822960"/>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gn="ctr" defTabSz="967740"/>
            <a:endParaRPr lang="zh-CN" altLang="en-US" sz="1905">
              <a:solidFill>
                <a:schemeClr val="tx1">
                  <a:lumMod val="95000"/>
                </a:schemeClr>
              </a:solidFill>
              <a:latin typeface="Century Gothic"/>
              <a:ea typeface="微软雅黑"/>
            </a:endParaRPr>
          </a:p>
        </p:txBody>
      </p:sp>
      <p:sp>
        <p:nvSpPr>
          <p:cNvPr id="22" name="11 Rectángulo">
            <a:extLst>
              <a:ext uri="{FF2B5EF4-FFF2-40B4-BE49-F238E27FC236}">
                <a16:creationId xmlns:a16="http://schemas.microsoft.com/office/drawing/2014/main" id="{62444185-8FA1-E937-73FC-279FA26DD5FF}"/>
              </a:ext>
            </a:extLst>
          </p:cNvPr>
          <p:cNvSpPr/>
          <p:nvPr/>
        </p:nvSpPr>
        <p:spPr>
          <a:xfrm>
            <a:off x="2066476" y="2737677"/>
            <a:ext cx="1377764" cy="822960"/>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lvl="0" algn="ctr" fontAlgn="base">
              <a:spcBef>
                <a:spcPct val="0"/>
              </a:spcBef>
              <a:spcAft>
                <a:spcPct val="0"/>
              </a:spcAft>
              <a:defRPr/>
            </a:pPr>
            <a:r>
              <a:rPr lang="en-US" altLang="zh-CN" sz="2000" b="1" kern="0" dirty="0">
                <a:solidFill>
                  <a:sysClr val="window" lastClr="FFFFFF"/>
                </a:solidFill>
                <a:cs typeface="Arial" panose="020B0604020202020204" pitchFamily="34" charset="0"/>
                <a:sym typeface="庞门正道标题体" charset="0"/>
              </a:rPr>
              <a:t>Backend </a:t>
            </a:r>
            <a:endParaRPr lang="en-US" altLang="zh-CN" sz="2000" b="1" kern="0" dirty="0">
              <a:solidFill>
                <a:sysClr val="window" lastClr="FFFFFF"/>
              </a:solidFill>
              <a:ea typeface="微软雅黑"/>
              <a:cs typeface="Arial" panose="020B0604020202020204" pitchFamily="34" charset="0"/>
              <a:sym typeface="庞门正道标题体" charset="0"/>
            </a:endParaRPr>
          </a:p>
        </p:txBody>
      </p:sp>
      <p:sp>
        <p:nvSpPr>
          <p:cNvPr id="23" name="TextBox 22">
            <a:extLst>
              <a:ext uri="{FF2B5EF4-FFF2-40B4-BE49-F238E27FC236}">
                <a16:creationId xmlns:a16="http://schemas.microsoft.com/office/drawing/2014/main" id="{BE52ADF8-4BC3-3D5E-1D56-D8D557E3345F}"/>
              </a:ext>
            </a:extLst>
          </p:cNvPr>
          <p:cNvSpPr txBox="1"/>
          <p:nvPr/>
        </p:nvSpPr>
        <p:spPr>
          <a:xfrm>
            <a:off x="3616960" y="2946739"/>
            <a:ext cx="6096000" cy="400302"/>
          </a:xfrm>
          <a:prstGeom prst="rect">
            <a:avLst/>
          </a:prstGeom>
          <a:noFill/>
        </p:spPr>
        <p:txBody>
          <a:bodyPr wrap="square">
            <a:spAutoFit/>
          </a:bodyPr>
          <a:lstStyle/>
          <a:p>
            <a:pPr>
              <a:lnSpc>
                <a:spcPct val="120000"/>
              </a:lnSpc>
            </a:pPr>
            <a:r>
              <a:rPr lang="en-US" b="1" dirty="0">
                <a:solidFill>
                  <a:schemeClr val="bg1"/>
                </a:solidFill>
                <a:latin typeface="Arial" panose="020B0604020202020204" pitchFamily="34" charset="0"/>
                <a:cs typeface="Arial" panose="020B0604020202020204" pitchFamily="34" charset="0"/>
              </a:rPr>
              <a:t>Node.js </a:t>
            </a:r>
            <a:r>
              <a:rPr lang="en-US" dirty="0" err="1">
                <a:solidFill>
                  <a:schemeClr val="bg1"/>
                </a:solidFill>
                <a:latin typeface="Arial" panose="020B0604020202020204" pitchFamily="34" charset="0"/>
                <a:cs typeface="Arial" panose="020B0604020202020204" pitchFamily="34" charset="0"/>
              </a:rPr>
              <a:t>và</a:t>
            </a:r>
            <a:r>
              <a:rPr lang="en-US" dirty="0">
                <a:solidFill>
                  <a:schemeClr val="bg1"/>
                </a:solidFill>
                <a:latin typeface="Arial" panose="020B0604020202020204" pitchFamily="34" charset="0"/>
                <a:cs typeface="Arial" panose="020B0604020202020204" pitchFamily="34" charset="0"/>
              </a:rPr>
              <a:t> </a:t>
            </a:r>
            <a:r>
              <a:rPr lang="en-US" b="1" dirty="0">
                <a:solidFill>
                  <a:schemeClr val="bg1"/>
                </a:solidFill>
                <a:latin typeface="Arial" panose="020B0604020202020204" pitchFamily="34" charset="0"/>
                <a:cs typeface="Arial" panose="020B0604020202020204" pitchFamily="34" charset="0"/>
              </a:rPr>
              <a:t>Express.js </a:t>
            </a:r>
            <a:r>
              <a:rPr lang="en-US" dirty="0" err="1">
                <a:solidFill>
                  <a:schemeClr val="bg1"/>
                </a:solidFill>
                <a:latin typeface="Arial" panose="020B0604020202020204" pitchFamily="34" charset="0"/>
                <a:cs typeface="Arial" panose="020B0604020202020204" pitchFamily="34" charset="0"/>
              </a:rPr>
              <a:t>xây</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dựng</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hệ</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thống</a:t>
            </a:r>
            <a:r>
              <a:rPr lang="en-US" dirty="0">
                <a:solidFill>
                  <a:schemeClr val="bg1"/>
                </a:solidFill>
                <a:latin typeface="Arial" panose="020B0604020202020204" pitchFamily="34" charset="0"/>
                <a:cs typeface="Arial" panose="020B0604020202020204" pitchFamily="34" charset="0"/>
              </a:rPr>
              <a:t> RESTful API</a:t>
            </a:r>
          </a:p>
        </p:txBody>
      </p:sp>
      <p:sp>
        <p:nvSpPr>
          <p:cNvPr id="24" name="矩形 1">
            <a:extLst>
              <a:ext uri="{FF2B5EF4-FFF2-40B4-BE49-F238E27FC236}">
                <a16:creationId xmlns:a16="http://schemas.microsoft.com/office/drawing/2014/main" id="{1F1A3E8E-BF08-D7FB-A032-4882F3C9B529}"/>
              </a:ext>
            </a:extLst>
          </p:cNvPr>
          <p:cNvSpPr/>
          <p:nvPr/>
        </p:nvSpPr>
        <p:spPr>
          <a:xfrm>
            <a:off x="3444240" y="4062480"/>
            <a:ext cx="6998610" cy="822960"/>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gn="ctr" defTabSz="967740"/>
            <a:endParaRPr lang="zh-CN" altLang="en-US" sz="1905">
              <a:solidFill>
                <a:schemeClr val="tx1">
                  <a:lumMod val="95000"/>
                </a:schemeClr>
              </a:solidFill>
              <a:latin typeface="Century Gothic"/>
              <a:ea typeface="微软雅黑"/>
            </a:endParaRPr>
          </a:p>
        </p:txBody>
      </p:sp>
      <p:sp>
        <p:nvSpPr>
          <p:cNvPr id="25" name="11 Rectángulo">
            <a:extLst>
              <a:ext uri="{FF2B5EF4-FFF2-40B4-BE49-F238E27FC236}">
                <a16:creationId xmlns:a16="http://schemas.microsoft.com/office/drawing/2014/main" id="{2B740461-06D8-3A93-A96F-4F0E6AFB508F}"/>
              </a:ext>
            </a:extLst>
          </p:cNvPr>
          <p:cNvSpPr/>
          <p:nvPr/>
        </p:nvSpPr>
        <p:spPr>
          <a:xfrm>
            <a:off x="2066476" y="4064747"/>
            <a:ext cx="1377764" cy="822960"/>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lvl="0" algn="ctr" fontAlgn="base">
              <a:spcBef>
                <a:spcPct val="0"/>
              </a:spcBef>
              <a:spcAft>
                <a:spcPct val="0"/>
              </a:spcAft>
              <a:defRPr/>
            </a:pPr>
            <a:r>
              <a:rPr lang="vi-VN" sz="2000" b="1" dirty="0">
                <a:solidFill>
                  <a:schemeClr val="tx1"/>
                </a:solidFill>
              </a:rPr>
              <a:t>Cơ sở </a:t>
            </a:r>
            <a:endParaRPr lang="en-US" sz="2000" b="1" dirty="0">
              <a:solidFill>
                <a:schemeClr val="tx1"/>
              </a:solidFill>
            </a:endParaRPr>
          </a:p>
          <a:p>
            <a:pPr lvl="0" algn="ctr" fontAlgn="base">
              <a:spcBef>
                <a:spcPct val="0"/>
              </a:spcBef>
              <a:spcAft>
                <a:spcPct val="0"/>
              </a:spcAft>
              <a:defRPr/>
            </a:pPr>
            <a:r>
              <a:rPr lang="vi-VN" sz="2000" b="1" dirty="0">
                <a:solidFill>
                  <a:schemeClr val="tx1"/>
                </a:solidFill>
              </a:rPr>
              <a:t>dữ liệu</a:t>
            </a:r>
            <a:endParaRPr lang="en-US" altLang="zh-CN" sz="2000" kern="0" dirty="0">
              <a:solidFill>
                <a:schemeClr val="tx1"/>
              </a:solidFill>
              <a:ea typeface="微软雅黑"/>
              <a:cs typeface="Arial" panose="020B0604020202020204" pitchFamily="34" charset="0"/>
              <a:sym typeface="庞门正道标题体" charset="0"/>
            </a:endParaRPr>
          </a:p>
        </p:txBody>
      </p:sp>
      <p:sp>
        <p:nvSpPr>
          <p:cNvPr id="26" name="TextBox 25">
            <a:extLst>
              <a:ext uri="{FF2B5EF4-FFF2-40B4-BE49-F238E27FC236}">
                <a16:creationId xmlns:a16="http://schemas.microsoft.com/office/drawing/2014/main" id="{2F28A560-E2BB-C71F-92B4-41D3FF6309EF}"/>
              </a:ext>
            </a:extLst>
          </p:cNvPr>
          <p:cNvSpPr txBox="1"/>
          <p:nvPr/>
        </p:nvSpPr>
        <p:spPr>
          <a:xfrm>
            <a:off x="3616960" y="4120815"/>
            <a:ext cx="6096000" cy="726609"/>
          </a:xfrm>
          <a:prstGeom prst="rect">
            <a:avLst/>
          </a:prstGeom>
          <a:noFill/>
        </p:spPr>
        <p:txBody>
          <a:bodyPr wrap="square">
            <a:spAutoFit/>
          </a:bodyPr>
          <a:lstStyle/>
          <a:p>
            <a:pPr>
              <a:lnSpc>
                <a:spcPct val="120000"/>
              </a:lnSpc>
            </a:pPr>
            <a:r>
              <a:rPr lang="vi-VN" b="1" dirty="0">
                <a:solidFill>
                  <a:schemeClr val="bg1"/>
                </a:solidFill>
                <a:latin typeface="Arial" panose="020B0604020202020204" pitchFamily="34" charset="0"/>
                <a:cs typeface="Arial" panose="020B0604020202020204" pitchFamily="34" charset="0"/>
              </a:rPr>
              <a:t>MongoDB (NoSQL) </a:t>
            </a:r>
            <a:r>
              <a:rPr lang="vi-VN" dirty="0">
                <a:solidFill>
                  <a:schemeClr val="bg1"/>
                </a:solidFill>
                <a:latin typeface="Arial" panose="020B0604020202020204" pitchFamily="34" charset="0"/>
                <a:cs typeface="Arial" panose="020B0604020202020204" pitchFamily="34" charset="0"/>
              </a:rPr>
              <a:t>lưu trữ linh hoạt danh mục địa điểm, bài viết và đánh giá</a:t>
            </a:r>
            <a:endParaRPr lang="en-US" dirty="0">
              <a:solidFill>
                <a:schemeClr val="bg1"/>
              </a:solidFill>
              <a:latin typeface="Arial" panose="020B0604020202020204" pitchFamily="34" charset="0"/>
              <a:cs typeface="Arial" panose="020B0604020202020204" pitchFamily="34" charset="0"/>
            </a:endParaRPr>
          </a:p>
        </p:txBody>
      </p:sp>
      <p:sp>
        <p:nvSpPr>
          <p:cNvPr id="37" name="矩形 1">
            <a:extLst>
              <a:ext uri="{FF2B5EF4-FFF2-40B4-BE49-F238E27FC236}">
                <a16:creationId xmlns:a16="http://schemas.microsoft.com/office/drawing/2014/main" id="{4C9EACF4-3C4F-9305-FCB8-BD11858B8444}"/>
              </a:ext>
            </a:extLst>
          </p:cNvPr>
          <p:cNvSpPr/>
          <p:nvPr/>
        </p:nvSpPr>
        <p:spPr>
          <a:xfrm>
            <a:off x="3444240" y="5303144"/>
            <a:ext cx="6998610" cy="822960"/>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gn="ctr" defTabSz="967740"/>
            <a:endParaRPr lang="zh-CN" altLang="en-US" sz="1905">
              <a:solidFill>
                <a:schemeClr val="tx1">
                  <a:lumMod val="95000"/>
                </a:schemeClr>
              </a:solidFill>
              <a:latin typeface="Century Gothic"/>
              <a:ea typeface="微软雅黑"/>
            </a:endParaRPr>
          </a:p>
        </p:txBody>
      </p:sp>
      <p:sp>
        <p:nvSpPr>
          <p:cNvPr id="38" name="11 Rectángulo">
            <a:extLst>
              <a:ext uri="{FF2B5EF4-FFF2-40B4-BE49-F238E27FC236}">
                <a16:creationId xmlns:a16="http://schemas.microsoft.com/office/drawing/2014/main" id="{F9D02332-BB2D-72D1-6BC8-FC55BA7F34D2}"/>
              </a:ext>
            </a:extLst>
          </p:cNvPr>
          <p:cNvSpPr/>
          <p:nvPr/>
        </p:nvSpPr>
        <p:spPr>
          <a:xfrm>
            <a:off x="2066476" y="5305411"/>
            <a:ext cx="1377764" cy="822960"/>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algn="ctr"/>
            <a:r>
              <a:rPr lang="en-US" sz="2000" b="1" dirty="0">
                <a:solidFill>
                  <a:schemeClr val="tx1"/>
                </a:solidFill>
                <a:cs typeface="Arial" panose="020B0604020202020204" pitchFamily="34" charset="0"/>
              </a:rPr>
              <a:t>Công </a:t>
            </a:r>
            <a:r>
              <a:rPr lang="en-US" sz="2000" b="1" dirty="0" err="1">
                <a:solidFill>
                  <a:schemeClr val="tx1"/>
                </a:solidFill>
                <a:cs typeface="Arial" panose="020B0604020202020204" pitchFamily="34" charset="0"/>
              </a:rPr>
              <a:t>cụ</a:t>
            </a:r>
            <a:r>
              <a:rPr lang="en-US" sz="2000" b="1" dirty="0">
                <a:solidFill>
                  <a:schemeClr val="tx1"/>
                </a:solidFill>
                <a:cs typeface="Arial" panose="020B0604020202020204" pitchFamily="34" charset="0"/>
              </a:rPr>
              <a:t> </a:t>
            </a:r>
            <a:r>
              <a:rPr lang="en-US" sz="2000" b="1" dirty="0" err="1">
                <a:solidFill>
                  <a:schemeClr val="tx1"/>
                </a:solidFill>
                <a:cs typeface="Arial" panose="020B0604020202020204" pitchFamily="34" charset="0"/>
              </a:rPr>
              <a:t>khác</a:t>
            </a:r>
            <a:endParaRPr lang="en-US" sz="2000" b="1" dirty="0">
              <a:solidFill>
                <a:schemeClr val="tx1"/>
              </a:solidFill>
              <a:cs typeface="Arial" panose="020B0604020202020204" pitchFamily="34" charset="0"/>
            </a:endParaRPr>
          </a:p>
        </p:txBody>
      </p:sp>
      <p:sp>
        <p:nvSpPr>
          <p:cNvPr id="39" name="TextBox 38">
            <a:extLst>
              <a:ext uri="{FF2B5EF4-FFF2-40B4-BE49-F238E27FC236}">
                <a16:creationId xmlns:a16="http://schemas.microsoft.com/office/drawing/2014/main" id="{4019FE56-9E76-0220-85A3-4CE12F9AA102}"/>
              </a:ext>
            </a:extLst>
          </p:cNvPr>
          <p:cNvSpPr txBox="1"/>
          <p:nvPr/>
        </p:nvSpPr>
        <p:spPr>
          <a:xfrm>
            <a:off x="3616960" y="5361479"/>
            <a:ext cx="6096000" cy="726609"/>
          </a:xfrm>
          <a:prstGeom prst="rect">
            <a:avLst/>
          </a:prstGeom>
          <a:noFill/>
        </p:spPr>
        <p:txBody>
          <a:bodyPr wrap="square">
            <a:spAutoFit/>
          </a:bodyPr>
          <a:lstStyle/>
          <a:p>
            <a:pPr>
              <a:lnSpc>
                <a:spcPct val="120000"/>
              </a:lnSpc>
            </a:pPr>
            <a:r>
              <a:rPr lang="en-US" dirty="0">
                <a:solidFill>
                  <a:schemeClr val="bg1"/>
                </a:solidFill>
                <a:latin typeface="Arial" panose="020B0604020202020204" pitchFamily="34" charset="0"/>
                <a:cs typeface="Arial" panose="020B0604020202020204" pitchFamily="34" charset="0"/>
              </a:rPr>
              <a:t>Figma (</a:t>
            </a:r>
            <a:r>
              <a:rPr lang="en-US" dirty="0" err="1">
                <a:solidFill>
                  <a:schemeClr val="bg1"/>
                </a:solidFill>
                <a:latin typeface="Arial" panose="020B0604020202020204" pitchFamily="34" charset="0"/>
                <a:cs typeface="Arial" panose="020B0604020202020204" pitchFamily="34" charset="0"/>
              </a:rPr>
              <a:t>Thiết</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kế</a:t>
            </a:r>
            <a:r>
              <a:rPr lang="en-US" dirty="0">
                <a:solidFill>
                  <a:schemeClr val="bg1"/>
                </a:solidFill>
                <a:latin typeface="Arial" panose="020B0604020202020204" pitchFamily="34" charset="0"/>
                <a:cs typeface="Arial" panose="020B0604020202020204" pitchFamily="34" charset="0"/>
              </a:rPr>
              <a:t> UI/UX</a:t>
            </a:r>
            <a:r>
              <a:rPr lang="en-US" b="1" dirty="0">
                <a:solidFill>
                  <a:schemeClr val="bg1"/>
                </a:solidFill>
                <a:latin typeface="Arial" panose="020B0604020202020204" pitchFamily="34" charset="0"/>
                <a:cs typeface="Arial" panose="020B0604020202020204" pitchFamily="34" charset="0"/>
              </a:rPr>
              <a:t>), </a:t>
            </a:r>
            <a:r>
              <a:rPr lang="en-US" dirty="0">
                <a:solidFill>
                  <a:schemeClr val="bg1"/>
                </a:solidFill>
                <a:latin typeface="Arial" panose="020B0604020202020204" pitchFamily="34" charset="0"/>
                <a:cs typeface="Arial" panose="020B0604020202020204" pitchFamily="34" charset="0"/>
              </a:rPr>
              <a:t>Postman</a:t>
            </a:r>
            <a:r>
              <a:rPr lang="en-US" b="1" dirty="0">
                <a:solidFill>
                  <a:schemeClr val="bg1"/>
                </a:solidFill>
                <a:latin typeface="Arial" panose="020B0604020202020204" pitchFamily="34" charset="0"/>
                <a:cs typeface="Arial" panose="020B0604020202020204" pitchFamily="34" charset="0"/>
              </a:rPr>
              <a:t> </a:t>
            </a:r>
            <a:r>
              <a:rPr lang="en-US" dirty="0">
                <a:solidFill>
                  <a:schemeClr val="bg1"/>
                </a:solidFill>
                <a:latin typeface="Arial" panose="020B0604020202020204" pitchFamily="34" charset="0"/>
                <a:cs typeface="Arial" panose="020B0604020202020204" pitchFamily="34" charset="0"/>
              </a:rPr>
              <a:t>(</a:t>
            </a:r>
            <a:r>
              <a:rPr lang="en-US" dirty="0" err="1">
                <a:solidFill>
                  <a:schemeClr val="bg1"/>
                </a:solidFill>
                <a:latin typeface="Arial" panose="020B0604020202020204" pitchFamily="34" charset="0"/>
                <a:cs typeface="Arial" panose="020B0604020202020204" pitchFamily="34" charset="0"/>
              </a:rPr>
              <a:t>Kiểm</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thử</a:t>
            </a:r>
            <a:r>
              <a:rPr lang="en-US" dirty="0">
                <a:solidFill>
                  <a:schemeClr val="bg1"/>
                </a:solidFill>
                <a:latin typeface="Arial" panose="020B0604020202020204" pitchFamily="34" charset="0"/>
                <a:cs typeface="Arial" panose="020B0604020202020204" pitchFamily="34" charset="0"/>
              </a:rPr>
              <a:t> API), JWT (</a:t>
            </a:r>
            <a:r>
              <a:rPr lang="en-US" dirty="0" err="1">
                <a:solidFill>
                  <a:schemeClr val="bg1"/>
                </a:solidFill>
                <a:latin typeface="Arial" panose="020B0604020202020204" pitchFamily="34" charset="0"/>
                <a:cs typeface="Arial" panose="020B0604020202020204" pitchFamily="34" charset="0"/>
              </a:rPr>
              <a:t>Xác</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thực</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bảo</a:t>
            </a:r>
            <a:r>
              <a:rPr lang="en-US" dirty="0">
                <a:solidFill>
                  <a:schemeClr val="bg1"/>
                </a:solidFill>
                <a:latin typeface="Arial" panose="020B0604020202020204" pitchFamily="34" charset="0"/>
                <a:cs typeface="Arial" panose="020B0604020202020204" pitchFamily="34" charset="0"/>
              </a:rPr>
              <a:t> </a:t>
            </a:r>
            <a:r>
              <a:rPr lang="en-US" dirty="0" err="1">
                <a:solidFill>
                  <a:schemeClr val="bg1"/>
                </a:solidFill>
                <a:latin typeface="Arial" panose="020B0604020202020204" pitchFamily="34" charset="0"/>
                <a:cs typeface="Arial" panose="020B0604020202020204" pitchFamily="34" charset="0"/>
              </a:rPr>
              <a:t>mật</a:t>
            </a:r>
            <a:r>
              <a:rPr lang="en-US"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128971350"/>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randombar(horizontal)">
                                      <p:cBhvr>
                                        <p:cTn id="11" dur="500"/>
                                        <p:tgtEl>
                                          <p:spTgt spid="22"/>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randombar(horizontal)">
                                      <p:cBhvr>
                                        <p:cTn id="15" dur="500"/>
                                        <p:tgtEl>
                                          <p:spTgt spid="25"/>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randombar(horizontal)">
                                      <p:cBhvr>
                                        <p:cTn id="1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2" grpId="0" animBg="1"/>
      <p:bldP spid="25" grpId="0" animBg="1"/>
      <p:bldP spid="3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789D-C9E0-C897-3C22-80BE1B4314E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C34637AB-00C4-A124-D3BD-C333A62E1F07}"/>
              </a:ext>
            </a:extLst>
          </p:cNvPr>
          <p:cNvSpPr txBox="1"/>
          <p:nvPr/>
        </p:nvSpPr>
        <p:spPr>
          <a:xfrm>
            <a:off x="69784" y="2517413"/>
            <a:ext cx="487680" cy="1956547"/>
          </a:xfrm>
          <a:prstGeom prst="rect">
            <a:avLst/>
          </a:prstGeom>
          <a:noFill/>
        </p:spPr>
        <p:txBody>
          <a:bodyPr vert="vert" wrap="square" rtlCol="0">
            <a:normAutofit/>
          </a:bodyPr>
          <a:lstStyle/>
          <a:p>
            <a:pPr algn="dist"/>
            <a:r>
              <a:rPr lang="vi-VN" altLang="vi-VN" sz="2000" b="1" dirty="0">
                <a:latin typeface="Noto Sans"/>
                <a:ea typeface="Noto Sans"/>
              </a:rPr>
              <a:t>VIỆC KINH</a:t>
            </a:r>
            <a:endParaRPr lang="zh-CN" altLang="en-US" sz="2000" b="1" dirty="0"/>
          </a:p>
        </p:txBody>
      </p:sp>
      <p:sp>
        <p:nvSpPr>
          <p:cNvPr id="3" name="矩形 2">
            <a:extLst>
              <a:ext uri="{FF2B5EF4-FFF2-40B4-BE49-F238E27FC236}">
                <a16:creationId xmlns:a16="http://schemas.microsoft.com/office/drawing/2014/main" id="{B3AB5307-79A7-F133-A405-FA8449933C49}"/>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8830AB5A-53CA-DF79-1EFD-68C774D26C2D}"/>
              </a:ext>
            </a:extLst>
          </p:cNvPr>
          <p:cNvSpPr txBox="1"/>
          <p:nvPr/>
        </p:nvSpPr>
        <p:spPr>
          <a:xfrm>
            <a:off x="837116" y="-3623"/>
            <a:ext cx="8520244" cy="822960"/>
          </a:xfrm>
          <a:prstGeom prst="rect">
            <a:avLst/>
          </a:prstGeom>
          <a:noFill/>
        </p:spPr>
        <p:txBody>
          <a:bodyPr wrap="square" rtlCol="0" anchor="ctr">
            <a:noAutofit/>
          </a:bodyPr>
          <a:lstStyle/>
          <a:p>
            <a:r>
              <a:rPr lang="en-US" altLang="zh-CN" sz="3500" b="1" dirty="0">
                <a:latin typeface="Arial" panose="020B0604020202020204" pitchFamily="34" charset="0"/>
                <a:ea typeface="Noto Sans"/>
                <a:cs typeface="Arial" panose="020B0604020202020204" pitchFamily="34" charset="0"/>
              </a:rPr>
              <a:t>PHÂN TÍCH YÊU CẦU HỆ THỐNG</a:t>
            </a:r>
            <a:endParaRPr lang="zh-CN" altLang="en-US" sz="35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41A94E46-EFD2-C405-9E3E-12146781D6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CB2E897C-0137-D568-8E77-BC60F6E46011}"/>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2A5B6D4A-FD1F-8650-DBD1-88D4CA28A46C}"/>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1">
            <a:extLst>
              <a:ext uri="{FF2B5EF4-FFF2-40B4-BE49-F238E27FC236}">
                <a16:creationId xmlns:a16="http://schemas.microsoft.com/office/drawing/2014/main" id="{CB4A9312-92A3-0FD1-CC6E-11028DEB4586}"/>
              </a:ext>
            </a:extLst>
          </p:cNvPr>
          <p:cNvSpPr/>
          <p:nvPr/>
        </p:nvSpPr>
        <p:spPr>
          <a:xfrm>
            <a:off x="1210670" y="2163902"/>
            <a:ext cx="4356858" cy="330461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indent="396875">
              <a:lnSpc>
                <a:spcPct val="130000"/>
              </a:lnSpc>
              <a:buFont typeface="Wingdings" panose="05000000000000000000" pitchFamily="2" charset="2"/>
              <a:buChar char="q"/>
            </a:pPr>
            <a:r>
              <a:rPr lang="vi-VN" sz="2000" b="1" dirty="0">
                <a:latin typeface="Arial" panose="020B0604020202020204" pitchFamily="34" charset="0"/>
                <a:cs typeface="Arial" panose="020B0604020202020204" pitchFamily="34" charset="0"/>
              </a:rPr>
              <a:t>Phân hệ Người dùng:</a:t>
            </a:r>
            <a:r>
              <a:rPr lang="vi-VN" sz="2000" dirty="0">
                <a:latin typeface="Arial" panose="020B0604020202020204" pitchFamily="34" charset="0"/>
                <a:cs typeface="Arial" panose="020B0604020202020204" pitchFamily="34" charset="0"/>
              </a:rPr>
              <a:t> Xem trang chủ, tìm kiếm địa điểm, xem chi tiết, đăng ký/đăng nhập, bình luận.</a:t>
            </a:r>
          </a:p>
          <a:p>
            <a:pPr indent="396875">
              <a:lnSpc>
                <a:spcPct val="130000"/>
              </a:lnSpc>
              <a:buFont typeface="Wingdings" panose="05000000000000000000" pitchFamily="2" charset="2"/>
              <a:buChar char="q"/>
            </a:pPr>
            <a:r>
              <a:rPr lang="vi-VN" sz="2000" b="1" dirty="0">
                <a:latin typeface="Arial" panose="020B0604020202020204" pitchFamily="34" charset="0"/>
                <a:cs typeface="Arial" panose="020B0604020202020204" pitchFamily="34" charset="0"/>
              </a:rPr>
              <a:t>Phân hệ Quản trị (Admin):</a:t>
            </a:r>
            <a:r>
              <a:rPr lang="vi-VN" sz="2000" dirty="0">
                <a:latin typeface="Arial" panose="020B0604020202020204" pitchFamily="34" charset="0"/>
                <a:cs typeface="Arial" panose="020B0604020202020204" pitchFamily="34" charset="0"/>
              </a:rPr>
              <a:t> Quản lý địa điểm (CRUD), quản lý bài viết, người dùng và duyệt bình luận.</a:t>
            </a:r>
            <a:endParaRPr lang="vi-VN" sz="2000" dirty="0">
              <a:effectLst/>
              <a:latin typeface="Arial" panose="020B0604020202020204" pitchFamily="34" charset="0"/>
              <a:cs typeface="Arial" panose="020B0604020202020204" pitchFamily="34" charset="0"/>
            </a:endParaRPr>
          </a:p>
        </p:txBody>
      </p:sp>
      <p:cxnSp>
        <p:nvCxnSpPr>
          <p:cNvPr id="6" name="直接连接符 2820">
            <a:extLst>
              <a:ext uri="{FF2B5EF4-FFF2-40B4-BE49-F238E27FC236}">
                <a16:creationId xmlns:a16="http://schemas.microsoft.com/office/drawing/2014/main" id="{24813FE5-4749-2334-7476-A9D68D9693E8}"/>
              </a:ext>
            </a:extLst>
          </p:cNvPr>
          <p:cNvCxnSpPr/>
          <p:nvPr/>
        </p:nvCxnSpPr>
        <p:spPr>
          <a:xfrm rot="5400000">
            <a:off x="4310819" y="3544106"/>
            <a:ext cx="3570362" cy="0"/>
          </a:xfrm>
          <a:prstGeom prst="line">
            <a:avLst/>
          </a:prstGeom>
          <a:noFill/>
          <a:ln w="3175" cap="flat" cmpd="sng" algn="ctr">
            <a:solidFill>
              <a:sysClr val="window" lastClr="FFFFFF">
                <a:lumMod val="50000"/>
              </a:sysClr>
            </a:solidFill>
            <a:prstDash val="solid"/>
            <a:miter lim="800000"/>
          </a:ln>
          <a:effectLst/>
        </p:spPr>
      </p:cxnSp>
      <p:sp>
        <p:nvSpPr>
          <p:cNvPr id="7" name="矩形 1">
            <a:extLst>
              <a:ext uri="{FF2B5EF4-FFF2-40B4-BE49-F238E27FC236}">
                <a16:creationId xmlns:a16="http://schemas.microsoft.com/office/drawing/2014/main" id="{AE5F18C0-4729-5E69-7139-AF9BA52BF0E0}"/>
              </a:ext>
            </a:extLst>
          </p:cNvPr>
          <p:cNvSpPr/>
          <p:nvPr/>
        </p:nvSpPr>
        <p:spPr>
          <a:xfrm>
            <a:off x="6644793" y="2163901"/>
            <a:ext cx="5026722" cy="330461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t" anchorCtr="0" forceAA="0" compatLnSpc="1">
            <a:noAutofit/>
          </a:bodyPr>
          <a:lstStyle/>
          <a:p>
            <a:pPr indent="396875" algn="just" defTabSz="967740">
              <a:lnSpc>
                <a:spcPct val="130000"/>
              </a:lnSpc>
              <a:buFont typeface="Wingdings" panose="05000000000000000000" pitchFamily="2" charset="2"/>
              <a:buChar char="q"/>
            </a:pPr>
            <a:r>
              <a:rPr lang="vi-VN" sz="2000" dirty="0">
                <a:latin typeface="Arial" panose="020B0604020202020204" pitchFamily="34" charset="0"/>
                <a:cs typeface="Arial" panose="020B0604020202020204" pitchFamily="34" charset="0"/>
              </a:rPr>
              <a:t>Giao diện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đại</a:t>
            </a:r>
            <a:r>
              <a:rPr lang="vi-VN" sz="2000" dirty="0">
                <a:latin typeface="Arial" panose="020B0604020202020204" pitchFamily="34" charset="0"/>
                <a:cs typeface="Arial" panose="020B0604020202020204" pitchFamily="34" charset="0"/>
              </a:rPr>
              <a:t> Responsive</a:t>
            </a:r>
            <a:endParaRPr lang="en-US" sz="2000" dirty="0">
              <a:latin typeface="Arial" panose="020B0604020202020204" pitchFamily="34" charset="0"/>
              <a:cs typeface="Arial" panose="020B0604020202020204" pitchFamily="34" charset="0"/>
            </a:endParaRPr>
          </a:p>
          <a:p>
            <a:pPr indent="396875" algn="just" defTabSz="967740">
              <a:lnSpc>
                <a:spcPct val="130000"/>
              </a:lnSpc>
              <a:buFont typeface="Wingdings" panose="05000000000000000000" pitchFamily="2" charset="2"/>
              <a:buChar char="q"/>
            </a:pPr>
            <a:r>
              <a:rPr lang="en-US" sz="2000" dirty="0">
                <a:latin typeface="Arial" panose="020B0604020202020204" pitchFamily="34" charset="0"/>
                <a:cs typeface="Arial" panose="020B0604020202020204" pitchFamily="34" charset="0"/>
              </a:rPr>
              <a:t>T</a:t>
            </a:r>
            <a:r>
              <a:rPr lang="vi-VN" sz="2000" dirty="0">
                <a:latin typeface="Arial" panose="020B0604020202020204" pitchFamily="34" charset="0"/>
                <a:cs typeface="Arial" panose="020B0604020202020204" pitchFamily="34" charset="0"/>
              </a:rPr>
              <a:t>hời gian tải trang </a:t>
            </a:r>
            <a:r>
              <a:rPr lang="en-US" sz="2000" dirty="0" err="1">
                <a:latin typeface="Arial" panose="020B0604020202020204" pitchFamily="34" charset="0"/>
                <a:cs typeface="Arial" panose="020B0604020202020204" pitchFamily="34" charset="0"/>
              </a:rPr>
              <a:t>nhanh</a:t>
            </a:r>
            <a:endParaRPr lang="en-US" sz="2000" dirty="0">
              <a:latin typeface="Arial" panose="020B0604020202020204" pitchFamily="34" charset="0"/>
              <a:cs typeface="Arial" panose="020B0604020202020204" pitchFamily="34" charset="0"/>
            </a:endParaRPr>
          </a:p>
          <a:p>
            <a:pPr indent="396875" algn="just" defTabSz="967740">
              <a:lnSpc>
                <a:spcPct val="130000"/>
              </a:lnSpc>
              <a:buFont typeface="Wingdings" panose="05000000000000000000" pitchFamily="2" charset="2"/>
              <a:buChar char="q"/>
            </a:pPr>
            <a:r>
              <a:rPr lang="en-US" sz="2000" dirty="0">
                <a:latin typeface="Arial" panose="020B0604020202020204" pitchFamily="34" charset="0"/>
                <a:cs typeface="Arial" panose="020B0604020202020204" pitchFamily="34" charset="0"/>
              </a:rPr>
              <a:t>B</a:t>
            </a:r>
            <a:r>
              <a:rPr lang="vi-VN" sz="2000" dirty="0">
                <a:latin typeface="Arial" panose="020B0604020202020204" pitchFamily="34" charset="0"/>
                <a:cs typeface="Arial" panose="020B0604020202020204" pitchFamily="34" charset="0"/>
              </a:rPr>
              <a:t>ảo mật mật khẩu bằng Bcrypt và xác thực qua JWT</a:t>
            </a:r>
            <a:endParaRPr lang="zh-CN" altLang="en-US" sz="2000" dirty="0">
              <a:solidFill>
                <a:schemeClr val="tx1">
                  <a:lumMod val="95000"/>
                </a:schemeClr>
              </a:solidFill>
              <a:latin typeface="Arial" panose="020B0604020202020204" pitchFamily="34" charset="0"/>
              <a:ea typeface="微软雅黑"/>
              <a:cs typeface="Arial" panose="020B0604020202020204" pitchFamily="34" charset="0"/>
            </a:endParaRPr>
          </a:p>
        </p:txBody>
      </p:sp>
      <p:sp>
        <p:nvSpPr>
          <p:cNvPr id="10" name="11 Rectángulo">
            <a:extLst>
              <a:ext uri="{FF2B5EF4-FFF2-40B4-BE49-F238E27FC236}">
                <a16:creationId xmlns:a16="http://schemas.microsoft.com/office/drawing/2014/main" id="{21CEBE7B-D8B8-14CB-54A8-B34679614A92}"/>
              </a:ext>
            </a:extLst>
          </p:cNvPr>
          <p:cNvSpPr/>
          <p:nvPr/>
        </p:nvSpPr>
        <p:spPr>
          <a:xfrm>
            <a:off x="1210668" y="1647166"/>
            <a:ext cx="4356857" cy="516738"/>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lvl="0" algn="ctr" fontAlgn="base">
              <a:spcBef>
                <a:spcPct val="0"/>
              </a:spcBef>
              <a:spcAft>
                <a:spcPct val="0"/>
              </a:spcAft>
              <a:defRPr/>
            </a:pPr>
            <a:r>
              <a:rPr lang="en-US" altLang="zh-CN" sz="3200" kern="0" dirty="0" err="1">
                <a:solidFill>
                  <a:sysClr val="window" lastClr="FFFFFF"/>
                </a:solidFill>
                <a:ea typeface="Noto Sans"/>
                <a:cs typeface="Arial" panose="020B0604020202020204" pitchFamily="34" charset="0"/>
                <a:sym typeface="庞门正道标题体" charset="0"/>
              </a:rPr>
              <a:t>Yêu</a:t>
            </a:r>
            <a:r>
              <a:rPr lang="en-US" altLang="zh-CN" sz="3200" kern="0" dirty="0">
                <a:solidFill>
                  <a:sysClr val="window" lastClr="FFFFFF"/>
                </a:solidFill>
                <a:ea typeface="Noto Sans"/>
                <a:cs typeface="Arial" panose="020B0604020202020204" pitchFamily="34" charset="0"/>
                <a:sym typeface="庞门正道标题体" charset="0"/>
              </a:rPr>
              <a:t> </a:t>
            </a:r>
            <a:r>
              <a:rPr lang="en-US" altLang="zh-CN" sz="3200" kern="0" dirty="0" err="1">
                <a:solidFill>
                  <a:sysClr val="window" lastClr="FFFFFF"/>
                </a:solidFill>
                <a:ea typeface="Noto Sans"/>
                <a:cs typeface="Arial" panose="020B0604020202020204" pitchFamily="34" charset="0"/>
                <a:sym typeface="庞门正道标题体" charset="0"/>
              </a:rPr>
              <a:t>cầu</a:t>
            </a:r>
            <a:r>
              <a:rPr lang="en-US" altLang="zh-CN" sz="3200" kern="0" dirty="0">
                <a:solidFill>
                  <a:sysClr val="window" lastClr="FFFFFF"/>
                </a:solidFill>
                <a:ea typeface="Noto Sans"/>
                <a:cs typeface="Arial" panose="020B0604020202020204" pitchFamily="34" charset="0"/>
                <a:sym typeface="庞门正道标题体" charset="0"/>
              </a:rPr>
              <a:t> </a:t>
            </a:r>
            <a:r>
              <a:rPr lang="en-US" altLang="zh-CN" sz="3200" kern="0" dirty="0" err="1">
                <a:solidFill>
                  <a:sysClr val="window" lastClr="FFFFFF"/>
                </a:solidFill>
                <a:ea typeface="Noto Sans"/>
                <a:cs typeface="Arial" panose="020B0604020202020204" pitchFamily="34" charset="0"/>
                <a:sym typeface="庞门正道标题体" charset="0"/>
              </a:rPr>
              <a:t>chức</a:t>
            </a:r>
            <a:r>
              <a:rPr lang="en-US" altLang="zh-CN" sz="3200" kern="0" dirty="0">
                <a:solidFill>
                  <a:sysClr val="window" lastClr="FFFFFF"/>
                </a:solidFill>
                <a:ea typeface="Noto Sans"/>
                <a:cs typeface="Arial" panose="020B0604020202020204" pitchFamily="34" charset="0"/>
                <a:sym typeface="庞门正道标题体" charset="0"/>
              </a:rPr>
              <a:t> </a:t>
            </a:r>
            <a:r>
              <a:rPr lang="en-US" altLang="zh-CN" sz="3200" kern="0" dirty="0" err="1">
                <a:solidFill>
                  <a:sysClr val="window" lastClr="FFFFFF"/>
                </a:solidFill>
                <a:ea typeface="Noto Sans"/>
                <a:cs typeface="Arial" panose="020B0604020202020204" pitchFamily="34" charset="0"/>
                <a:sym typeface="庞门正道标题体" charset="0"/>
              </a:rPr>
              <a:t>năng</a:t>
            </a:r>
            <a:endParaRPr lang="en-US" altLang="zh-CN" sz="3200" kern="0" dirty="0">
              <a:solidFill>
                <a:sysClr val="window" lastClr="FFFFFF"/>
              </a:solidFill>
              <a:ea typeface="微软雅黑"/>
              <a:cs typeface="Arial" panose="020B0604020202020204" pitchFamily="34" charset="0"/>
              <a:sym typeface="庞门正道标题体" charset="0"/>
            </a:endParaRPr>
          </a:p>
        </p:txBody>
      </p:sp>
      <p:sp>
        <p:nvSpPr>
          <p:cNvPr id="11" name="42 Rectángulo">
            <a:extLst>
              <a:ext uri="{FF2B5EF4-FFF2-40B4-BE49-F238E27FC236}">
                <a16:creationId xmlns:a16="http://schemas.microsoft.com/office/drawing/2014/main" id="{B49086DA-5D8E-DB93-BBD7-282AC346F1A5}"/>
              </a:ext>
            </a:extLst>
          </p:cNvPr>
          <p:cNvSpPr/>
          <p:nvPr/>
        </p:nvSpPr>
        <p:spPr>
          <a:xfrm>
            <a:off x="6644793" y="1647165"/>
            <a:ext cx="5026719" cy="516738"/>
          </a:xfrm>
          <a:prstGeom prst="rect">
            <a:avLst/>
          </a:prstGeom>
          <a:solidFill>
            <a:srgbClr val="44546A"/>
          </a:solidFill>
          <a:ln w="19050" cap="flat" cmpd="sng" algn="ctr">
            <a:noFill/>
            <a:prstDash val="solid"/>
            <a:miter lim="800000"/>
          </a:ln>
          <a:effectLst/>
        </p:spPr>
        <p:txBody>
          <a:bodyPr anchor="ctr">
            <a:noAutofit/>
          </a:bodyPr>
          <a:lstStyle/>
          <a:p>
            <a:pPr lvl="0" algn="ctr" eaLnBrk="0" fontAlgn="base" hangingPunct="0">
              <a:spcBef>
                <a:spcPct val="0"/>
              </a:spcBef>
              <a:spcAft>
                <a:spcPct val="0"/>
              </a:spcAft>
              <a:defRPr/>
            </a:pPr>
            <a:r>
              <a:rPr lang="en-US" altLang="zh-CN" sz="3200" kern="0" dirty="0" err="1">
                <a:solidFill>
                  <a:sysClr val="window" lastClr="FFFFFF"/>
                </a:solidFill>
                <a:latin typeface="Arial" panose="020B0604020202020204" pitchFamily="34" charset="0"/>
                <a:ea typeface="Noto Sans"/>
                <a:cs typeface="Arial" panose="020B0604020202020204" pitchFamily="34" charset="0"/>
                <a:sym typeface="庞门正道标题体" charset="0"/>
              </a:rPr>
              <a:t>Yêu</a:t>
            </a:r>
            <a:r>
              <a:rPr lang="en-US" altLang="zh-CN" sz="3200" kern="0" dirty="0">
                <a:solidFill>
                  <a:sysClr val="window" lastClr="FFFFFF"/>
                </a:solidFill>
                <a:latin typeface="Arial" panose="020B0604020202020204" pitchFamily="34" charset="0"/>
                <a:ea typeface="Noto Sans"/>
                <a:cs typeface="Arial" panose="020B0604020202020204" pitchFamily="34" charset="0"/>
                <a:sym typeface="庞门正道标题体" charset="0"/>
              </a:rPr>
              <a:t> </a:t>
            </a:r>
            <a:r>
              <a:rPr lang="en-US" altLang="zh-CN" sz="3200" kern="0" dirty="0" err="1">
                <a:solidFill>
                  <a:sysClr val="window" lastClr="FFFFFF"/>
                </a:solidFill>
                <a:latin typeface="Arial" panose="020B0604020202020204" pitchFamily="34" charset="0"/>
                <a:ea typeface="Noto Sans"/>
                <a:cs typeface="Arial" panose="020B0604020202020204" pitchFamily="34" charset="0"/>
                <a:sym typeface="庞门正道标题体" charset="0"/>
              </a:rPr>
              <a:t>cầu</a:t>
            </a:r>
            <a:r>
              <a:rPr lang="en-US" altLang="zh-CN" sz="3200" kern="0" dirty="0">
                <a:solidFill>
                  <a:sysClr val="window" lastClr="FFFFFF"/>
                </a:solidFill>
                <a:latin typeface="Arial" panose="020B0604020202020204" pitchFamily="34" charset="0"/>
                <a:ea typeface="Noto Sans"/>
                <a:cs typeface="Arial" panose="020B0604020202020204" pitchFamily="34" charset="0"/>
                <a:sym typeface="庞门正道标题体" charset="0"/>
              </a:rPr>
              <a:t> phi </a:t>
            </a:r>
            <a:r>
              <a:rPr lang="en-US" altLang="zh-CN" sz="3200" kern="0" dirty="0" err="1">
                <a:solidFill>
                  <a:sysClr val="window" lastClr="FFFFFF"/>
                </a:solidFill>
                <a:latin typeface="Arial" panose="020B0604020202020204" pitchFamily="34" charset="0"/>
                <a:ea typeface="Noto Sans"/>
                <a:cs typeface="Arial" panose="020B0604020202020204" pitchFamily="34" charset="0"/>
                <a:sym typeface="庞门正道标题体" charset="0"/>
              </a:rPr>
              <a:t>chức</a:t>
            </a:r>
            <a:r>
              <a:rPr lang="en-US" altLang="zh-CN" sz="3200" kern="0" dirty="0">
                <a:solidFill>
                  <a:sysClr val="window" lastClr="FFFFFF"/>
                </a:solidFill>
                <a:latin typeface="Arial" panose="020B0604020202020204" pitchFamily="34" charset="0"/>
                <a:ea typeface="Noto Sans"/>
                <a:cs typeface="Arial" panose="020B0604020202020204" pitchFamily="34" charset="0"/>
                <a:sym typeface="庞门正道标题体" charset="0"/>
              </a:rPr>
              <a:t> </a:t>
            </a:r>
            <a:r>
              <a:rPr lang="en-US" altLang="zh-CN" sz="3200" kern="0" dirty="0" err="1">
                <a:solidFill>
                  <a:sysClr val="window" lastClr="FFFFFF"/>
                </a:solidFill>
                <a:latin typeface="Arial" panose="020B0604020202020204" pitchFamily="34" charset="0"/>
                <a:ea typeface="Noto Sans"/>
                <a:cs typeface="Arial" panose="020B0604020202020204" pitchFamily="34" charset="0"/>
                <a:sym typeface="庞门正道标题体" charset="0"/>
              </a:rPr>
              <a:t>năng</a:t>
            </a:r>
            <a:endParaRPr lang="en-US" altLang="zh-CN" sz="3200" kern="0" dirty="0">
              <a:solidFill>
                <a:sysClr val="window" lastClr="FFFFFF"/>
              </a:solidFill>
              <a:latin typeface="Arial" panose="020B0604020202020204" pitchFamily="34" charset="0"/>
              <a:ea typeface="微软雅黑"/>
              <a:cs typeface="Arial" panose="020B0604020202020204" pitchFamily="34" charset="0"/>
              <a:sym typeface="庞门正道标题体" charset="0"/>
            </a:endParaRPr>
          </a:p>
        </p:txBody>
      </p:sp>
    </p:spTree>
    <p:extLst>
      <p:ext uri="{BB962C8B-B14F-4D97-AF65-F5344CB8AC3E}">
        <p14:creationId xmlns:p14="http://schemas.microsoft.com/office/powerpoint/2010/main" val="3304271075"/>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randombar(horizontal)">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C786B-9A97-6A3A-82C9-3E8F36F1488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F2A5708-D866-B5A6-0D10-BC6E84E92536}"/>
              </a:ext>
            </a:extLst>
          </p:cNvPr>
          <p:cNvSpPr txBox="1"/>
          <p:nvPr/>
        </p:nvSpPr>
        <p:spPr>
          <a:xfrm>
            <a:off x="69784" y="2517413"/>
            <a:ext cx="487680" cy="1956547"/>
          </a:xfrm>
          <a:prstGeom prst="rect">
            <a:avLst/>
          </a:prstGeom>
          <a:noFill/>
        </p:spPr>
        <p:txBody>
          <a:bodyPr vert="vert" wrap="square" rtlCol="0">
            <a:normAutofit/>
          </a:bodyPr>
          <a:lstStyle/>
          <a:p>
            <a:pPr algn="dist"/>
            <a:r>
              <a:rPr lang="vi-VN" altLang="vi-VN" sz="2000" b="1" dirty="0">
                <a:latin typeface="Noto Sans"/>
                <a:ea typeface="Noto Sans"/>
              </a:rPr>
              <a:t>VIỆC KINH</a:t>
            </a:r>
            <a:endParaRPr lang="zh-CN" altLang="en-US" sz="2000" b="1" dirty="0"/>
          </a:p>
        </p:txBody>
      </p:sp>
      <p:sp>
        <p:nvSpPr>
          <p:cNvPr id="3" name="矩形 2">
            <a:extLst>
              <a:ext uri="{FF2B5EF4-FFF2-40B4-BE49-F238E27FC236}">
                <a16:creationId xmlns:a16="http://schemas.microsoft.com/office/drawing/2014/main" id="{12579306-2573-FA24-6D09-A93E30F6E194}"/>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E6326366-E55D-2C46-1167-1BEBAA6AD9AA}"/>
              </a:ext>
            </a:extLst>
          </p:cNvPr>
          <p:cNvSpPr txBox="1"/>
          <p:nvPr/>
        </p:nvSpPr>
        <p:spPr>
          <a:xfrm>
            <a:off x="837116" y="-3623"/>
            <a:ext cx="8520244" cy="822960"/>
          </a:xfrm>
          <a:prstGeom prst="rect">
            <a:avLst/>
          </a:prstGeom>
          <a:noFill/>
        </p:spPr>
        <p:txBody>
          <a:bodyPr wrap="square" rtlCol="0" anchor="ctr">
            <a:noAutofit/>
          </a:bodyPr>
          <a:lstStyle/>
          <a:p>
            <a:r>
              <a:rPr lang="en-US" altLang="zh-CN" sz="3500" b="1" dirty="0">
                <a:latin typeface="Arial" panose="020B0604020202020204" pitchFamily="34" charset="0"/>
                <a:ea typeface="Noto Sans"/>
                <a:cs typeface="Arial" panose="020B0604020202020204" pitchFamily="34" charset="0"/>
              </a:rPr>
              <a:t>THIẾT KẾ HỆ THỐNG</a:t>
            </a:r>
            <a:endParaRPr lang="zh-CN" altLang="en-US" sz="35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7F9EEFCB-A3E3-1286-0EA8-090B470FC0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C43602E0-5711-037E-E163-BD5D7EE25E89}"/>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22A4544E-7D32-9B55-A906-9546E46A2092}"/>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1">
            <a:extLst>
              <a:ext uri="{FF2B5EF4-FFF2-40B4-BE49-F238E27FC236}">
                <a16:creationId xmlns:a16="http://schemas.microsoft.com/office/drawing/2014/main" id="{1AC4EA36-7253-016C-CC3C-6840A151736C}"/>
              </a:ext>
            </a:extLst>
          </p:cNvPr>
          <p:cNvSpPr/>
          <p:nvPr/>
        </p:nvSpPr>
        <p:spPr>
          <a:xfrm>
            <a:off x="767332" y="1534160"/>
            <a:ext cx="10626550" cy="4744720"/>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915B5903-6428-547B-0884-8C579021B1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9406" y="1944232"/>
            <a:ext cx="5105298" cy="4019688"/>
          </a:xfrm>
          <a:prstGeom prst="rect">
            <a:avLst/>
          </a:prstGeom>
        </p:spPr>
      </p:pic>
      <p:sp>
        <p:nvSpPr>
          <p:cNvPr id="16" name="TextBox 15">
            <a:extLst>
              <a:ext uri="{FF2B5EF4-FFF2-40B4-BE49-F238E27FC236}">
                <a16:creationId xmlns:a16="http://schemas.microsoft.com/office/drawing/2014/main" id="{6E0D6AD2-F41B-55ED-3FE9-DB2C284F1675}"/>
              </a:ext>
            </a:extLst>
          </p:cNvPr>
          <p:cNvSpPr txBox="1"/>
          <p:nvPr/>
        </p:nvSpPr>
        <p:spPr>
          <a:xfrm>
            <a:off x="6636778" y="2912011"/>
            <a:ext cx="4578022" cy="1491177"/>
          </a:xfrm>
          <a:prstGeom prst="rect">
            <a:avLst/>
          </a:prstGeom>
          <a:noFill/>
        </p:spPr>
        <p:txBody>
          <a:bodyPr wrap="square">
            <a:spAutoFit/>
          </a:bodyPr>
          <a:lstStyle/>
          <a:p>
            <a:pPr>
              <a:lnSpc>
                <a:spcPct val="130000"/>
              </a:lnSpc>
            </a:pPr>
            <a:r>
              <a:rPr lang="vi-VN" sz="2400" b="1" i="0" dirty="0">
                <a:solidFill>
                  <a:srgbClr val="303030"/>
                </a:solidFill>
                <a:effectLst/>
                <a:latin typeface="Google Sans Text"/>
              </a:rPr>
              <a:t>Sơ đồ Use Case:</a:t>
            </a:r>
            <a:r>
              <a:rPr lang="vi-VN" sz="2400" b="0" i="0" dirty="0">
                <a:solidFill>
                  <a:srgbClr val="303030"/>
                </a:solidFill>
                <a:effectLst/>
                <a:latin typeface="Google Sans Text"/>
              </a:rPr>
              <a:t> Mô tả quyền hạn của Khách du lịch, Thành viên và Quản trị viê</a:t>
            </a:r>
            <a:r>
              <a:rPr lang="en-US" sz="2400" b="0" i="0" dirty="0">
                <a:solidFill>
                  <a:srgbClr val="303030"/>
                </a:solidFill>
                <a:effectLst/>
                <a:latin typeface="Google Sans Text"/>
              </a:rPr>
              <a:t>n</a:t>
            </a:r>
            <a:endParaRPr lang="en-US" sz="2400" dirty="0"/>
          </a:p>
        </p:txBody>
      </p:sp>
    </p:spTree>
    <p:extLst>
      <p:ext uri="{BB962C8B-B14F-4D97-AF65-F5344CB8AC3E}">
        <p14:creationId xmlns:p14="http://schemas.microsoft.com/office/powerpoint/2010/main" val="2139963703"/>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D7180-FC80-B78C-A99D-0715657F079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33C1F1A6-EF6C-3011-CA26-3CD6D9534408}"/>
              </a:ext>
            </a:extLst>
          </p:cNvPr>
          <p:cNvSpPr txBox="1"/>
          <p:nvPr/>
        </p:nvSpPr>
        <p:spPr>
          <a:xfrm>
            <a:off x="69784" y="2517413"/>
            <a:ext cx="487680" cy="1956547"/>
          </a:xfrm>
          <a:prstGeom prst="rect">
            <a:avLst/>
          </a:prstGeom>
          <a:noFill/>
        </p:spPr>
        <p:txBody>
          <a:bodyPr vert="vert" wrap="square" rtlCol="0">
            <a:normAutofit/>
          </a:bodyPr>
          <a:lstStyle/>
          <a:p>
            <a:pPr algn="dist"/>
            <a:r>
              <a:rPr lang="vi-VN" altLang="vi-VN" sz="2000" b="1" dirty="0">
                <a:latin typeface="Noto Sans"/>
                <a:ea typeface="Noto Sans"/>
              </a:rPr>
              <a:t>VIỆC KINH</a:t>
            </a:r>
            <a:endParaRPr lang="zh-CN" altLang="en-US" sz="2000" b="1" dirty="0"/>
          </a:p>
        </p:txBody>
      </p:sp>
      <p:sp>
        <p:nvSpPr>
          <p:cNvPr id="3" name="矩形 2">
            <a:extLst>
              <a:ext uri="{FF2B5EF4-FFF2-40B4-BE49-F238E27FC236}">
                <a16:creationId xmlns:a16="http://schemas.microsoft.com/office/drawing/2014/main" id="{377973DB-F67A-5D8E-A8D8-D75D5065E726}"/>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1BA81263-3926-AA64-25FC-7D8AA1AD0140}"/>
              </a:ext>
            </a:extLst>
          </p:cNvPr>
          <p:cNvSpPr txBox="1"/>
          <p:nvPr/>
        </p:nvSpPr>
        <p:spPr>
          <a:xfrm>
            <a:off x="837116" y="-3623"/>
            <a:ext cx="8520244" cy="822960"/>
          </a:xfrm>
          <a:prstGeom prst="rect">
            <a:avLst/>
          </a:prstGeom>
          <a:noFill/>
        </p:spPr>
        <p:txBody>
          <a:bodyPr wrap="square" rtlCol="0" anchor="ctr">
            <a:noAutofit/>
          </a:bodyPr>
          <a:lstStyle/>
          <a:p>
            <a:r>
              <a:rPr lang="en-US" altLang="zh-CN" sz="3500" b="1" dirty="0">
                <a:latin typeface="Arial" panose="020B0604020202020204" pitchFamily="34" charset="0"/>
                <a:ea typeface="Noto Sans"/>
                <a:cs typeface="Arial" panose="020B0604020202020204" pitchFamily="34" charset="0"/>
              </a:rPr>
              <a:t>THIẾT KẾ HỆ THỐNG</a:t>
            </a:r>
            <a:endParaRPr lang="zh-CN" altLang="en-US" sz="35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E61CBF2F-3DAF-646D-137A-4C98CD1C89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38A8A99A-29AA-016C-92DB-7FE003EC2A84}"/>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75D8EEEE-92A2-0AD0-7B4A-4B95DC442CAB}"/>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1">
            <a:extLst>
              <a:ext uri="{FF2B5EF4-FFF2-40B4-BE49-F238E27FC236}">
                <a16:creationId xmlns:a16="http://schemas.microsoft.com/office/drawing/2014/main" id="{616E9AE9-E438-E1AC-F03D-F6FD4B35E869}"/>
              </a:ext>
            </a:extLst>
          </p:cNvPr>
          <p:cNvSpPr/>
          <p:nvPr/>
        </p:nvSpPr>
        <p:spPr>
          <a:xfrm>
            <a:off x="767332" y="1534160"/>
            <a:ext cx="10626550" cy="4744720"/>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482905B7-27D0-81DF-41CF-008EF03F7D7D}"/>
              </a:ext>
            </a:extLst>
          </p:cNvPr>
          <p:cNvSpPr txBox="1"/>
          <p:nvPr/>
        </p:nvSpPr>
        <p:spPr>
          <a:xfrm>
            <a:off x="7117175" y="2631966"/>
            <a:ext cx="4099466" cy="2051267"/>
          </a:xfrm>
          <a:prstGeom prst="rect">
            <a:avLst/>
          </a:prstGeom>
          <a:noFill/>
        </p:spPr>
        <p:txBody>
          <a:bodyPr wrap="square">
            <a:spAutoFit/>
          </a:bodyPr>
          <a:lstStyle/>
          <a:p>
            <a:pPr algn="just">
              <a:lnSpc>
                <a:spcPct val="130000"/>
              </a:lnSpc>
            </a:pPr>
            <a:r>
              <a:rPr lang="vi-VN" sz="2000" b="1" dirty="0">
                <a:solidFill>
                  <a:schemeClr val="bg1"/>
                </a:solidFill>
                <a:latin typeface="Arial" panose="020B0604020202020204" pitchFamily="34" charset="0"/>
                <a:cs typeface="Arial" panose="020B0604020202020204" pitchFamily="34" charset="0"/>
              </a:rPr>
              <a:t>Sơ đồ Quan hệ Thực thể (ERD):</a:t>
            </a:r>
            <a:endParaRPr lang="en-US" sz="2000" b="1" dirty="0">
              <a:solidFill>
                <a:schemeClr val="bg1"/>
              </a:solidFill>
              <a:latin typeface="Arial" panose="020B0604020202020204" pitchFamily="34" charset="0"/>
              <a:cs typeface="Arial" panose="020B0604020202020204" pitchFamily="34" charset="0"/>
            </a:endParaRPr>
          </a:p>
          <a:p>
            <a:pPr algn="just">
              <a:lnSpc>
                <a:spcPct val="130000"/>
              </a:lnSpc>
            </a:pPr>
            <a:r>
              <a:rPr lang="vi-VN" sz="2000" dirty="0">
                <a:solidFill>
                  <a:schemeClr val="bg1"/>
                </a:solidFill>
                <a:latin typeface="Arial" panose="020B0604020202020204" pitchFamily="34" charset="0"/>
                <a:cs typeface="Arial" panose="020B0604020202020204" pitchFamily="34" charset="0"/>
              </a:rPr>
              <a:t>Các thực thể chính bao gồm Users, Blogs</a:t>
            </a:r>
            <a:r>
              <a:rPr lang="en-US" sz="2000" dirty="0">
                <a:solidFill>
                  <a:schemeClr val="bg1"/>
                </a:solidFill>
                <a:latin typeface="Arial" panose="020B0604020202020204" pitchFamily="34" charset="0"/>
                <a:cs typeface="Arial" panose="020B0604020202020204" pitchFamily="34" charset="0"/>
              </a:rPr>
              <a:t>, </a:t>
            </a:r>
            <a:r>
              <a:rPr lang="vi-VN" sz="2000" dirty="0">
                <a:solidFill>
                  <a:schemeClr val="bg1"/>
                </a:solidFill>
                <a:latin typeface="Arial" panose="020B0604020202020204" pitchFamily="34" charset="0"/>
                <a:cs typeface="Arial" panose="020B0604020202020204" pitchFamily="34" charset="0"/>
              </a:rPr>
              <a:t>Places, Reviews, Foods với các mối quan hệ 1-n và tham chiếu qua ObjectId</a:t>
            </a:r>
            <a:endParaRPr lang="en-US" sz="20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402A393-6A51-F1F6-6336-28D953C9DA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625" y="1828801"/>
            <a:ext cx="5689256" cy="4172122"/>
          </a:xfrm>
          <a:prstGeom prst="rect">
            <a:avLst/>
          </a:prstGeom>
        </p:spPr>
      </p:pic>
    </p:spTree>
    <p:extLst>
      <p:ext uri="{BB962C8B-B14F-4D97-AF65-F5344CB8AC3E}">
        <p14:creationId xmlns:p14="http://schemas.microsoft.com/office/powerpoint/2010/main" val="1585721520"/>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5DEEE-6AD9-F6AE-2D40-769411109394}"/>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CE92B423-09E4-6B20-1D4B-9BB8796ACD24}"/>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44601BCE-A62C-0E1E-9D86-F1EFA00F5FA9}"/>
              </a:ext>
            </a:extLst>
          </p:cNvPr>
          <p:cNvSpPr txBox="1"/>
          <p:nvPr/>
        </p:nvSpPr>
        <p:spPr>
          <a:xfrm>
            <a:off x="837116" y="-3623"/>
            <a:ext cx="8520244" cy="822960"/>
          </a:xfrm>
          <a:prstGeom prst="rect">
            <a:avLst/>
          </a:prstGeom>
          <a:noFill/>
        </p:spPr>
        <p:txBody>
          <a:bodyPr wrap="square" rtlCol="0" anchor="ctr">
            <a:noAutofit/>
          </a:bodyPr>
          <a:lstStyle/>
          <a:p>
            <a:r>
              <a:rPr lang="en-US" altLang="zh-CN" sz="3500" b="1" dirty="0">
                <a:latin typeface="Arial" panose="020B0604020202020204" pitchFamily="34" charset="0"/>
                <a:ea typeface="Noto Sans"/>
                <a:cs typeface="Arial" panose="020B0604020202020204" pitchFamily="34" charset="0"/>
              </a:rPr>
              <a:t>THIẾT KẾ HỆ THỐNG</a:t>
            </a:r>
            <a:endParaRPr lang="zh-CN" altLang="en-US" sz="35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C137458F-46A7-6077-26F6-E672C94549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945B1A81-B25D-1A50-C093-710194E4EB7C}"/>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9228594D-893F-3D08-5C07-86BAF13304B1}"/>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1">
            <a:extLst>
              <a:ext uri="{FF2B5EF4-FFF2-40B4-BE49-F238E27FC236}">
                <a16:creationId xmlns:a16="http://schemas.microsoft.com/office/drawing/2014/main" id="{9F174C4A-79CA-DF95-4581-7B6C4366B2C9}"/>
              </a:ext>
            </a:extLst>
          </p:cNvPr>
          <p:cNvSpPr/>
          <p:nvPr/>
        </p:nvSpPr>
        <p:spPr>
          <a:xfrm>
            <a:off x="767332" y="1534160"/>
            <a:ext cx="10626550" cy="4744720"/>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458AC68-AA84-B23B-1010-B0CE8C32C1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0607" y="1655798"/>
            <a:ext cx="5171413" cy="3786034"/>
          </a:xfrm>
          <a:prstGeom prst="rect">
            <a:avLst/>
          </a:prstGeom>
        </p:spPr>
      </p:pic>
      <p:pic>
        <p:nvPicPr>
          <p:cNvPr id="10" name="Picture 9">
            <a:extLst>
              <a:ext uri="{FF2B5EF4-FFF2-40B4-BE49-F238E27FC236}">
                <a16:creationId xmlns:a16="http://schemas.microsoft.com/office/drawing/2014/main" id="{9CC35B97-6540-817C-BD15-D31E8DD5BD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5705" y="1652238"/>
            <a:ext cx="5087685" cy="1548162"/>
          </a:xfrm>
          <a:prstGeom prst="rect">
            <a:avLst/>
          </a:prstGeom>
        </p:spPr>
      </p:pic>
      <p:sp>
        <p:nvSpPr>
          <p:cNvPr id="15" name="TextBox 14">
            <a:extLst>
              <a:ext uri="{FF2B5EF4-FFF2-40B4-BE49-F238E27FC236}">
                <a16:creationId xmlns:a16="http://schemas.microsoft.com/office/drawing/2014/main" id="{185FC4DC-8E4F-C208-6131-2D57972F60F8}"/>
              </a:ext>
            </a:extLst>
          </p:cNvPr>
          <p:cNvSpPr txBox="1"/>
          <p:nvPr/>
        </p:nvSpPr>
        <p:spPr>
          <a:xfrm>
            <a:off x="970461" y="3592798"/>
            <a:ext cx="4871540" cy="1495281"/>
          </a:xfrm>
          <a:prstGeom prst="rect">
            <a:avLst/>
          </a:prstGeom>
          <a:noFill/>
        </p:spPr>
        <p:txBody>
          <a:bodyPr wrap="square">
            <a:spAutoFit/>
          </a:bodyPr>
          <a:lstStyle/>
          <a:p>
            <a:pPr>
              <a:lnSpc>
                <a:spcPct val="130000"/>
              </a:lnSpc>
            </a:pPr>
            <a:r>
              <a:rPr lang="vi-VN" b="1" i="0" dirty="0">
                <a:solidFill>
                  <a:srgbClr val="303030"/>
                </a:solidFill>
                <a:effectLst/>
                <a:latin typeface="Arial" panose="020B0604020202020204" pitchFamily="34" charset="0"/>
                <a:cs typeface="Arial" panose="020B0604020202020204" pitchFamily="34" charset="0"/>
              </a:rPr>
              <a:t>Sơ đồ luồng dữ liệu (DFD):</a:t>
            </a:r>
            <a:r>
              <a:rPr lang="vi-VN" b="0" i="0" dirty="0">
                <a:solidFill>
                  <a:srgbClr val="303030"/>
                </a:solidFill>
                <a:effectLst/>
                <a:latin typeface="Arial" panose="020B0604020202020204" pitchFamily="34" charset="0"/>
                <a:cs typeface="Arial" panose="020B0604020202020204" pitchFamily="34" charset="0"/>
              </a:rPr>
              <a:t> Mô tả sự tương tác dữ liệu hai chiều giữa Admin (cập nhật nội dung) và User (khai thác thông tin) thông qua hệ thống</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9376680"/>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6F64B-C13F-3A26-4D87-C932186CD82B}"/>
            </a:ext>
          </a:extLst>
        </p:cNvPr>
        <p:cNvGrpSpPr/>
        <p:nvPr/>
      </p:nvGrpSpPr>
      <p:grpSpPr>
        <a:xfrm>
          <a:off x="0" y="0"/>
          <a:ext cx="0" cy="0"/>
          <a:chOff x="0" y="0"/>
          <a:chExt cx="0" cy="0"/>
        </a:xfrm>
      </p:grpSpPr>
      <p:sp>
        <p:nvSpPr>
          <p:cNvPr id="16" name="矩形 1">
            <a:extLst>
              <a:ext uri="{FF2B5EF4-FFF2-40B4-BE49-F238E27FC236}">
                <a16:creationId xmlns:a16="http://schemas.microsoft.com/office/drawing/2014/main" id="{92288763-C920-DE71-D908-74A3336B1578}"/>
              </a:ext>
            </a:extLst>
          </p:cNvPr>
          <p:cNvSpPr/>
          <p:nvPr/>
        </p:nvSpPr>
        <p:spPr>
          <a:xfrm>
            <a:off x="274320" y="1280159"/>
            <a:ext cx="11602720" cy="538382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sp>
        <p:nvSpPr>
          <p:cNvPr id="3" name="矩形 2">
            <a:extLst>
              <a:ext uri="{FF2B5EF4-FFF2-40B4-BE49-F238E27FC236}">
                <a16:creationId xmlns:a16="http://schemas.microsoft.com/office/drawing/2014/main" id="{BCDC04F5-EBA1-6D15-D9A2-7EC087A90652}"/>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254F3C6F-B830-4429-3D4F-AF3EC3C6B045}"/>
              </a:ext>
            </a:extLst>
          </p:cNvPr>
          <p:cNvSpPr txBox="1"/>
          <p:nvPr/>
        </p:nvSpPr>
        <p:spPr>
          <a:xfrm>
            <a:off x="867596" y="-3623"/>
            <a:ext cx="8520244" cy="822960"/>
          </a:xfrm>
          <a:prstGeom prst="rect">
            <a:avLst/>
          </a:prstGeom>
          <a:noFill/>
        </p:spPr>
        <p:txBody>
          <a:bodyPr wrap="square" rtlCol="0" anchor="ctr">
            <a:noAutofit/>
          </a:bodyPr>
          <a:lstStyle/>
          <a:p>
            <a:r>
              <a:rPr lang="en-US" altLang="zh-CN" sz="2400" b="1" dirty="0">
                <a:latin typeface="Arial" panose="020B0604020202020204" pitchFamily="34" charset="0"/>
                <a:ea typeface="Noto Sans"/>
                <a:cs typeface="Arial" panose="020B0604020202020204" pitchFamily="34" charset="0"/>
              </a:rPr>
              <a:t>QUY TRÌNH TRIỂN KHAI VÀ </a:t>
            </a:r>
          </a:p>
          <a:p>
            <a:r>
              <a:rPr lang="en-US" altLang="zh-CN" sz="2400" b="1" dirty="0">
                <a:latin typeface="Arial" panose="020B0604020202020204" pitchFamily="34" charset="0"/>
                <a:ea typeface="Noto Sans"/>
                <a:cs typeface="Arial" panose="020B0604020202020204" pitchFamily="34" charset="0"/>
              </a:rPr>
              <a:t>HIỆN THỰC HÓA MÃ NGUỒN</a:t>
            </a:r>
            <a:endParaRPr lang="zh-CN" altLang="en-US" sz="24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E24F073C-2D61-6AEC-8385-8C25339A34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C9955B9B-1671-90EF-CFEC-969531228B0B}"/>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2DA4DC66-D5DD-584B-D230-7A648D69DB38}"/>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a:extLst>
              <a:ext uri="{FF2B5EF4-FFF2-40B4-BE49-F238E27FC236}">
                <a16:creationId xmlns:a16="http://schemas.microsoft.com/office/drawing/2014/main" id="{4CD97717-04DD-B2AD-CD7A-B3910160F692}"/>
              </a:ext>
            </a:extLst>
          </p:cNvPr>
          <p:cNvSpPr txBox="1"/>
          <p:nvPr/>
        </p:nvSpPr>
        <p:spPr>
          <a:xfrm>
            <a:off x="314960" y="1643862"/>
            <a:ext cx="5781040" cy="4715393"/>
          </a:xfrm>
          <a:prstGeom prst="rect">
            <a:avLst/>
          </a:prstGeom>
          <a:noFill/>
        </p:spPr>
        <p:txBody>
          <a:bodyPr wrap="square">
            <a:spAutoFit/>
          </a:bodyPr>
          <a:lstStyle/>
          <a:p>
            <a:pPr>
              <a:lnSpc>
                <a:spcPct val="120000"/>
              </a:lnSpc>
            </a:pPr>
            <a:r>
              <a:rPr lang="vi-VN" b="1" dirty="0">
                <a:solidFill>
                  <a:schemeClr val="bg1"/>
                </a:solidFill>
                <a:latin typeface="Arial" panose="020B0604020202020204" pitchFamily="34" charset="0"/>
                <a:cs typeface="Arial" panose="020B0604020202020204" pitchFamily="34" charset="0"/>
              </a:rPr>
              <a:t>Hạ tầng kỹ thuật: </a:t>
            </a:r>
            <a:r>
              <a:rPr lang="vi-VN" dirty="0">
                <a:solidFill>
                  <a:schemeClr val="bg1"/>
                </a:solidFill>
                <a:latin typeface="Arial" panose="020B0604020202020204" pitchFamily="34" charset="0"/>
                <a:cs typeface="Arial" panose="020B0604020202020204" pitchFamily="34" charset="0"/>
              </a:rPr>
              <a:t>Cài đặt Node.js, trình soạn thảo mã nguồn Visual Studio Code và khởi tạo dự án bằng thư viện React.js phối hợp với công cụ build Vite để tối ưu tốc độ.</a:t>
            </a:r>
            <a:endParaRPr lang="en-US" dirty="0">
              <a:solidFill>
                <a:schemeClr val="bg1"/>
              </a:solidFill>
              <a:latin typeface="Arial" panose="020B0604020202020204" pitchFamily="34" charset="0"/>
              <a:cs typeface="Arial" panose="020B0604020202020204" pitchFamily="34" charset="0"/>
            </a:endParaRPr>
          </a:p>
          <a:p>
            <a:pPr>
              <a:lnSpc>
                <a:spcPct val="120000"/>
              </a:lnSpc>
            </a:pPr>
            <a:endParaRPr lang="vi-VN" dirty="0">
              <a:solidFill>
                <a:schemeClr val="bg1"/>
              </a:solidFill>
              <a:latin typeface="Arial" panose="020B0604020202020204" pitchFamily="34" charset="0"/>
              <a:cs typeface="Arial" panose="020B0604020202020204" pitchFamily="34" charset="0"/>
            </a:endParaRPr>
          </a:p>
          <a:p>
            <a:pPr>
              <a:lnSpc>
                <a:spcPct val="120000"/>
              </a:lnSpc>
            </a:pPr>
            <a:r>
              <a:rPr lang="vi-VN" b="1" dirty="0">
                <a:solidFill>
                  <a:schemeClr val="bg1"/>
                </a:solidFill>
                <a:latin typeface="Arial" panose="020B0604020202020204" pitchFamily="34" charset="0"/>
                <a:cs typeface="Arial" panose="020B0604020202020204" pitchFamily="34" charset="0"/>
              </a:rPr>
              <a:t>Cấu trúc thư mục khoa học:</a:t>
            </a:r>
          </a:p>
          <a:p>
            <a:pPr marL="173038" indent="344488">
              <a:lnSpc>
                <a:spcPct val="120000"/>
              </a:lnSpc>
              <a:buFont typeface="Wingdings" panose="05000000000000000000" pitchFamily="2" charset="2"/>
              <a:buChar char="q"/>
            </a:pPr>
            <a:r>
              <a:rPr lang="vi-VN" dirty="0">
                <a:solidFill>
                  <a:schemeClr val="bg1"/>
                </a:solidFill>
                <a:latin typeface="Arial" panose="020B0604020202020204" pitchFamily="34" charset="0"/>
                <a:cs typeface="Arial" panose="020B0604020202020204" pitchFamily="34" charset="0"/>
              </a:rPr>
              <a:t>Frontend: Phân chia thành /components (thành phần tái sử dụng), /pages (giao diện chính), /assets (hình ảnh) và sử dụng react-router-dom để quản lý chuyển trang.</a:t>
            </a:r>
            <a:endParaRPr lang="en-US" dirty="0">
              <a:solidFill>
                <a:schemeClr val="bg1"/>
              </a:solidFill>
              <a:latin typeface="Arial" panose="020B0604020202020204" pitchFamily="34" charset="0"/>
              <a:cs typeface="Arial" panose="020B0604020202020204" pitchFamily="34" charset="0"/>
            </a:endParaRPr>
          </a:p>
          <a:p>
            <a:pPr marL="173038">
              <a:lnSpc>
                <a:spcPct val="120000"/>
              </a:lnSpc>
            </a:pPr>
            <a:endParaRPr lang="vi-VN" dirty="0">
              <a:solidFill>
                <a:schemeClr val="bg1"/>
              </a:solidFill>
              <a:latin typeface="Arial" panose="020B0604020202020204" pitchFamily="34" charset="0"/>
              <a:cs typeface="Arial" panose="020B0604020202020204" pitchFamily="34" charset="0"/>
            </a:endParaRPr>
          </a:p>
          <a:p>
            <a:pPr marL="173038" indent="344488">
              <a:lnSpc>
                <a:spcPct val="120000"/>
              </a:lnSpc>
              <a:buFont typeface="Wingdings" panose="05000000000000000000" pitchFamily="2" charset="2"/>
              <a:buChar char="q"/>
            </a:pPr>
            <a:r>
              <a:rPr lang="vi-VN" dirty="0">
                <a:solidFill>
                  <a:schemeClr val="bg1"/>
                </a:solidFill>
                <a:latin typeface="Arial" panose="020B0604020202020204" pitchFamily="34" charset="0"/>
                <a:cs typeface="Arial" panose="020B0604020202020204" pitchFamily="34" charset="0"/>
              </a:rPr>
              <a:t>Backend: Tổ chức theo các thư mục /controllers, /models, /routes để quản lý logic, cơ sở dữ liệu và điều hướng API</a:t>
            </a:r>
            <a:endParaRPr lang="en-US" dirty="0">
              <a:solidFill>
                <a:schemeClr val="bg1"/>
              </a:solidFill>
              <a:latin typeface="Arial" panose="020B0604020202020204" pitchFamily="34" charset="0"/>
              <a:cs typeface="Arial" panose="020B0604020202020204" pitchFamily="34" charset="0"/>
            </a:endParaRPr>
          </a:p>
        </p:txBody>
      </p:sp>
      <p:sp>
        <p:nvSpPr>
          <p:cNvPr id="17" name="11 Rectángulo">
            <a:extLst>
              <a:ext uri="{FF2B5EF4-FFF2-40B4-BE49-F238E27FC236}">
                <a16:creationId xmlns:a16="http://schemas.microsoft.com/office/drawing/2014/main" id="{1DB5411C-AA51-1DA7-7EF1-2FD87D5AEA4C}"/>
              </a:ext>
            </a:extLst>
          </p:cNvPr>
          <p:cNvSpPr/>
          <p:nvPr/>
        </p:nvSpPr>
        <p:spPr>
          <a:xfrm>
            <a:off x="274320" y="1026692"/>
            <a:ext cx="5821680" cy="446508"/>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r>
              <a:rPr lang="vi-VN" sz="1600" b="1" dirty="0">
                <a:solidFill>
                  <a:schemeClr val="tx1"/>
                </a:solidFill>
                <a:cs typeface="Arial" panose="020B0604020202020204" pitchFamily="34" charset="0"/>
              </a:rPr>
              <a:t>Giai đoạn 1: Thiết lập môi trường và Công cụ phát triển</a:t>
            </a:r>
            <a:endParaRPr lang="en-US" sz="1600" dirty="0">
              <a:solidFill>
                <a:schemeClr val="tx1"/>
              </a:solidFill>
              <a:cs typeface="Arial" panose="020B0604020202020204" pitchFamily="34" charset="0"/>
            </a:endParaRPr>
          </a:p>
        </p:txBody>
      </p:sp>
      <p:pic>
        <p:nvPicPr>
          <p:cNvPr id="19" name="Picture 18">
            <a:extLst>
              <a:ext uri="{FF2B5EF4-FFF2-40B4-BE49-F238E27FC236}">
                <a16:creationId xmlns:a16="http://schemas.microsoft.com/office/drawing/2014/main" id="{1DEC703E-48CC-31EB-7296-8473B0C3EC9A}"/>
              </a:ext>
            </a:extLst>
          </p:cNvPr>
          <p:cNvPicPr>
            <a:picLocks noChangeAspect="1"/>
          </p:cNvPicPr>
          <p:nvPr/>
        </p:nvPicPr>
        <p:blipFill>
          <a:blip r:embed="rId4">
            <a:extLst>
              <a:ext uri="{28A0092B-C50C-407E-A947-70E740481C1C}">
                <a14:useLocalDpi xmlns:a14="http://schemas.microsoft.com/office/drawing/2010/main" val="0"/>
              </a:ext>
            </a:extLst>
          </a:blip>
          <a:srcRect r="54957"/>
          <a:stretch>
            <a:fillRect/>
          </a:stretch>
        </p:blipFill>
        <p:spPr>
          <a:xfrm>
            <a:off x="9303060" y="1309647"/>
            <a:ext cx="2269964" cy="5345152"/>
          </a:xfrm>
          <a:prstGeom prst="rect">
            <a:avLst/>
          </a:prstGeom>
        </p:spPr>
      </p:pic>
      <p:pic>
        <p:nvPicPr>
          <p:cNvPr id="22" name="Picture 21">
            <a:extLst>
              <a:ext uri="{FF2B5EF4-FFF2-40B4-BE49-F238E27FC236}">
                <a16:creationId xmlns:a16="http://schemas.microsoft.com/office/drawing/2014/main" id="{53308646-25AD-3C14-14E7-0A1EE8DF2216}"/>
              </a:ext>
            </a:extLst>
          </p:cNvPr>
          <p:cNvPicPr>
            <a:picLocks noChangeAspect="1"/>
          </p:cNvPicPr>
          <p:nvPr/>
        </p:nvPicPr>
        <p:blipFill>
          <a:blip r:embed="rId5">
            <a:extLst>
              <a:ext uri="{28A0092B-C50C-407E-A947-70E740481C1C}">
                <a14:useLocalDpi xmlns:a14="http://schemas.microsoft.com/office/drawing/2010/main" val="0"/>
              </a:ext>
            </a:extLst>
          </a:blip>
          <a:srcRect r="58532"/>
          <a:stretch>
            <a:fillRect/>
          </a:stretch>
        </p:blipFill>
        <p:spPr>
          <a:xfrm>
            <a:off x="6414103" y="1309647"/>
            <a:ext cx="2577496" cy="5354336"/>
          </a:xfrm>
          <a:prstGeom prst="rect">
            <a:avLst/>
          </a:prstGeom>
        </p:spPr>
      </p:pic>
      <p:cxnSp>
        <p:nvCxnSpPr>
          <p:cNvPr id="23" name="直接连接符 2820">
            <a:extLst>
              <a:ext uri="{FF2B5EF4-FFF2-40B4-BE49-F238E27FC236}">
                <a16:creationId xmlns:a16="http://schemas.microsoft.com/office/drawing/2014/main" id="{BD1A1691-F831-BEA4-52D5-C64A86CC5D37}"/>
              </a:ext>
            </a:extLst>
          </p:cNvPr>
          <p:cNvCxnSpPr/>
          <p:nvPr/>
        </p:nvCxnSpPr>
        <p:spPr>
          <a:xfrm rot="5400000">
            <a:off x="4310819" y="3889546"/>
            <a:ext cx="3570362" cy="0"/>
          </a:xfrm>
          <a:prstGeom prst="line">
            <a:avLst/>
          </a:prstGeom>
          <a:noFill/>
          <a:ln w="3175" cap="flat" cmpd="sng" algn="ctr">
            <a:solidFill>
              <a:sysClr val="window" lastClr="FFFFFF">
                <a:lumMod val="50000"/>
              </a:sysClr>
            </a:solidFill>
            <a:prstDash val="solid"/>
            <a:miter lim="800000"/>
          </a:ln>
          <a:effectLst/>
        </p:spPr>
      </p:cxnSp>
    </p:spTree>
    <p:extLst>
      <p:ext uri="{BB962C8B-B14F-4D97-AF65-F5344CB8AC3E}">
        <p14:creationId xmlns:p14="http://schemas.microsoft.com/office/powerpoint/2010/main" val="1899411321"/>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500"/>
                                        <p:tgtEl>
                                          <p:spTgt spid="1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up)">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90425-B599-AC7C-DD5E-EA7D7E923EB4}"/>
            </a:ext>
          </a:extLst>
        </p:cNvPr>
        <p:cNvGrpSpPr/>
        <p:nvPr/>
      </p:nvGrpSpPr>
      <p:grpSpPr>
        <a:xfrm>
          <a:off x="0" y="0"/>
          <a:ext cx="0" cy="0"/>
          <a:chOff x="0" y="0"/>
          <a:chExt cx="0" cy="0"/>
        </a:xfrm>
      </p:grpSpPr>
      <p:sp>
        <p:nvSpPr>
          <p:cNvPr id="7" name="矩形 1">
            <a:extLst>
              <a:ext uri="{FF2B5EF4-FFF2-40B4-BE49-F238E27FC236}">
                <a16:creationId xmlns:a16="http://schemas.microsoft.com/office/drawing/2014/main" id="{AF7EEE9E-8FA9-1690-1020-31A67EFFB6C7}"/>
              </a:ext>
            </a:extLst>
          </p:cNvPr>
          <p:cNvSpPr/>
          <p:nvPr/>
        </p:nvSpPr>
        <p:spPr>
          <a:xfrm>
            <a:off x="274320" y="1280159"/>
            <a:ext cx="11602720" cy="538382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sp>
        <p:nvSpPr>
          <p:cNvPr id="9" name="11 Rectángulo">
            <a:extLst>
              <a:ext uri="{FF2B5EF4-FFF2-40B4-BE49-F238E27FC236}">
                <a16:creationId xmlns:a16="http://schemas.microsoft.com/office/drawing/2014/main" id="{783537B8-D8FF-6EE6-DEED-53888872C967}"/>
              </a:ext>
            </a:extLst>
          </p:cNvPr>
          <p:cNvSpPr/>
          <p:nvPr/>
        </p:nvSpPr>
        <p:spPr>
          <a:xfrm>
            <a:off x="274320" y="1026692"/>
            <a:ext cx="5821680" cy="446508"/>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r>
              <a:rPr lang="en-US" b="1" dirty="0">
                <a:solidFill>
                  <a:schemeClr val="tx1"/>
                </a:solidFill>
                <a:cs typeface="Arial" panose="020B0604020202020204" pitchFamily="34" charset="0"/>
              </a:rPr>
              <a:t>Giai </a:t>
            </a:r>
            <a:r>
              <a:rPr lang="en-US" b="1" dirty="0" err="1">
                <a:solidFill>
                  <a:schemeClr val="tx1"/>
                </a:solidFill>
                <a:cs typeface="Arial" panose="020B0604020202020204" pitchFamily="34" charset="0"/>
              </a:rPr>
              <a:t>đoạn</a:t>
            </a:r>
            <a:r>
              <a:rPr lang="en-US" b="1" dirty="0">
                <a:solidFill>
                  <a:schemeClr val="tx1"/>
                </a:solidFill>
                <a:cs typeface="Arial" panose="020B0604020202020204" pitchFamily="34" charset="0"/>
              </a:rPr>
              <a:t> 2: </a:t>
            </a:r>
            <a:r>
              <a:rPr lang="en-US" b="1" dirty="0" err="1">
                <a:solidFill>
                  <a:schemeClr val="tx1"/>
                </a:solidFill>
                <a:cs typeface="Arial" panose="020B0604020202020204" pitchFamily="34" charset="0"/>
              </a:rPr>
              <a:t>Thiết</a:t>
            </a:r>
            <a:r>
              <a:rPr lang="en-US" b="1" dirty="0">
                <a:solidFill>
                  <a:schemeClr val="tx1"/>
                </a:solidFill>
                <a:cs typeface="Arial" panose="020B0604020202020204" pitchFamily="34" charset="0"/>
              </a:rPr>
              <a:t> </a:t>
            </a:r>
            <a:r>
              <a:rPr lang="en-US" b="1" dirty="0" err="1">
                <a:solidFill>
                  <a:schemeClr val="tx1"/>
                </a:solidFill>
                <a:cs typeface="Arial" panose="020B0604020202020204" pitchFamily="34" charset="0"/>
              </a:rPr>
              <a:t>kế</a:t>
            </a:r>
            <a:r>
              <a:rPr lang="en-US" b="1" dirty="0">
                <a:solidFill>
                  <a:schemeClr val="tx1"/>
                </a:solidFill>
                <a:cs typeface="Arial" panose="020B0604020202020204" pitchFamily="34" charset="0"/>
              </a:rPr>
              <a:t> UI/UX </a:t>
            </a:r>
            <a:r>
              <a:rPr lang="en-US" b="1" dirty="0" err="1">
                <a:solidFill>
                  <a:schemeClr val="tx1"/>
                </a:solidFill>
                <a:cs typeface="Arial" panose="020B0604020202020204" pitchFamily="34" charset="0"/>
              </a:rPr>
              <a:t>trên</a:t>
            </a:r>
            <a:r>
              <a:rPr lang="en-US" b="1" dirty="0">
                <a:solidFill>
                  <a:schemeClr val="tx1"/>
                </a:solidFill>
                <a:cs typeface="Arial" panose="020B0604020202020204" pitchFamily="34" charset="0"/>
              </a:rPr>
              <a:t> Figma</a:t>
            </a:r>
            <a:endParaRPr lang="en-US" dirty="0">
              <a:solidFill>
                <a:schemeClr val="tx1"/>
              </a:solidFill>
              <a:cs typeface="Arial" panose="020B0604020202020204" pitchFamily="34" charset="0"/>
            </a:endParaRPr>
          </a:p>
        </p:txBody>
      </p:sp>
      <p:sp>
        <p:nvSpPr>
          <p:cNvPr id="3" name="矩形 2">
            <a:extLst>
              <a:ext uri="{FF2B5EF4-FFF2-40B4-BE49-F238E27FC236}">
                <a16:creationId xmlns:a16="http://schemas.microsoft.com/office/drawing/2014/main" id="{1AB1E12F-B222-90E4-98D2-ED64474754A6}"/>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999726D3-F7D7-59D9-392A-CC55F2CCA43B}"/>
              </a:ext>
            </a:extLst>
          </p:cNvPr>
          <p:cNvSpPr txBox="1"/>
          <p:nvPr/>
        </p:nvSpPr>
        <p:spPr>
          <a:xfrm>
            <a:off x="867596" y="-3623"/>
            <a:ext cx="8520244" cy="822960"/>
          </a:xfrm>
          <a:prstGeom prst="rect">
            <a:avLst/>
          </a:prstGeom>
          <a:noFill/>
        </p:spPr>
        <p:txBody>
          <a:bodyPr wrap="square" rtlCol="0" anchor="ctr">
            <a:noAutofit/>
          </a:bodyPr>
          <a:lstStyle/>
          <a:p>
            <a:r>
              <a:rPr lang="en-US" altLang="zh-CN" sz="2400" b="1" dirty="0">
                <a:latin typeface="Arial" panose="020B0604020202020204" pitchFamily="34" charset="0"/>
                <a:ea typeface="Noto Sans"/>
                <a:cs typeface="Arial" panose="020B0604020202020204" pitchFamily="34" charset="0"/>
              </a:rPr>
              <a:t>QUY TRÌNH TRIỂN KHAI VÀ </a:t>
            </a:r>
          </a:p>
          <a:p>
            <a:r>
              <a:rPr lang="en-US" altLang="zh-CN" sz="2400" b="1" dirty="0">
                <a:latin typeface="Arial" panose="020B0604020202020204" pitchFamily="34" charset="0"/>
                <a:ea typeface="Noto Sans"/>
                <a:cs typeface="Arial" panose="020B0604020202020204" pitchFamily="34" charset="0"/>
              </a:rPr>
              <a:t>HIỆN THỰC HÓA MÃ NGUỒN</a:t>
            </a:r>
            <a:endParaRPr lang="zh-CN" altLang="en-US" sz="24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C21B778A-C78B-FF68-5C26-B93A6FCF92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88101A0E-BDB9-6B69-5915-B8B285F5233C}"/>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1E550C99-ABA5-2D79-FFD3-B971D56C8686}"/>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1">
            <a:extLst>
              <a:ext uri="{FF2B5EF4-FFF2-40B4-BE49-F238E27FC236}">
                <a16:creationId xmlns:a16="http://schemas.microsoft.com/office/drawing/2014/main" id="{15297437-EF84-518A-9507-3397EB8DF6CC}"/>
              </a:ext>
            </a:extLst>
          </p:cNvPr>
          <p:cNvSpPr>
            <a:spLocks noChangeArrowheads="1"/>
          </p:cNvSpPr>
          <p:nvPr/>
        </p:nvSpPr>
        <p:spPr bwMode="auto">
          <a:xfrm>
            <a:off x="274320" y="1751675"/>
            <a:ext cx="578104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sz="2000" b="0" i="0" u="none" strike="noStrike" cap="none" normalizeH="0" baseline="0" dirty="0" err="1">
                <a:ln>
                  <a:noFill/>
                </a:ln>
                <a:solidFill>
                  <a:schemeClr val="bg1"/>
                </a:solidFill>
                <a:effectLst/>
                <a:latin typeface="Arial" panose="020B0604020202020204" pitchFamily="34" charset="0"/>
              </a:rPr>
              <a:t>Xây</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dựng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bản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mẫu</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1" i="0" u="none" strike="noStrike" cap="none" normalizeH="0" baseline="0" dirty="0">
                <a:ln>
                  <a:noFill/>
                </a:ln>
                <a:solidFill>
                  <a:schemeClr val="bg1"/>
                </a:solidFill>
                <a:effectLst/>
                <a:latin typeface="Arial" panose="020B0604020202020204" pitchFamily="34" charset="0"/>
              </a:rPr>
              <a:t>Mockup</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cho</a:t>
            </a:r>
            <a:r>
              <a:rPr kumimoji="0" lang="en-US" altLang="en-US" sz="2000" b="0" i="0" u="none" strike="noStrike" cap="none" normalizeH="0" baseline="0" dirty="0">
                <a:ln>
                  <a:noFill/>
                </a:ln>
                <a:solidFill>
                  <a:schemeClr val="bg1"/>
                </a:solidFill>
                <a:effectLst/>
                <a:latin typeface="Arial" panose="020B0604020202020204" pitchFamily="34" charset="0"/>
              </a:rPr>
              <a:t> Trang </a:t>
            </a:r>
            <a:r>
              <a:rPr kumimoji="0" lang="en-US" altLang="en-US" sz="2000" b="0" i="0" u="none" strike="noStrike" cap="none" normalizeH="0" baseline="0" dirty="0" err="1">
                <a:ln>
                  <a:noFill/>
                </a:ln>
                <a:solidFill>
                  <a:schemeClr val="bg1"/>
                </a:solidFill>
                <a:effectLst/>
                <a:latin typeface="Arial" panose="020B0604020202020204" pitchFamily="34" charset="0"/>
              </a:rPr>
              <a:t>chủ</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và</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các</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trang</a:t>
            </a:r>
            <a:r>
              <a:rPr kumimoji="0" lang="en-US" altLang="en-US" sz="2000" b="0" i="0" u="none" strike="noStrike" cap="none" normalizeH="0" baseline="0" dirty="0">
                <a:ln>
                  <a:noFill/>
                </a:ln>
                <a:solidFill>
                  <a:schemeClr val="bg1"/>
                </a:solidFill>
                <a:effectLst/>
                <a:latin typeface="Arial" panose="020B0604020202020204" pitchFamily="34" charset="0"/>
              </a:rPr>
              <a:t> chi </a:t>
            </a:r>
            <a:r>
              <a:rPr kumimoji="0" lang="en-US" altLang="en-US" sz="2000" b="0" i="0" u="none" strike="noStrike" cap="none" normalizeH="0" baseline="0" dirty="0" err="1">
                <a:ln>
                  <a:noFill/>
                </a:ln>
                <a:solidFill>
                  <a:schemeClr val="bg1"/>
                </a:solidFill>
                <a:effectLst/>
                <a:latin typeface="Arial" panose="020B0604020202020204" pitchFamily="34" charset="0"/>
              </a:rPr>
              <a:t>tiết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trên</a:t>
            </a:r>
            <a:r>
              <a:rPr kumimoji="0" lang="en-US" altLang="en-US" sz="2000" b="0" i="0" u="none" strike="noStrike" cap="none" normalizeH="0" baseline="0" dirty="0">
                <a:ln>
                  <a:noFill/>
                </a:ln>
                <a:solidFill>
                  <a:schemeClr val="bg1"/>
                </a:solidFill>
                <a:effectLst/>
                <a:latin typeface="Arial" panose="020B0604020202020204" pitchFamily="34" charset="0"/>
              </a:rPr>
              <a:t> Figma.</a:t>
            </a:r>
          </a:p>
          <a:p>
            <a:pPr marL="0" marR="0" lvl="0" indent="0" algn="l" defTabSz="914400" rtl="0" eaLnBrk="0" fontAlgn="base" latinLnBrk="0" hangingPunct="0">
              <a:spcBef>
                <a:spcPct val="0"/>
              </a:spcBef>
              <a:spcAft>
                <a:spcPct val="0"/>
              </a:spcAft>
              <a:buClrTx/>
              <a:buSzTx/>
              <a:buFontTx/>
              <a:buNone/>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R="0" lvl="0" indent="396875"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bg1"/>
                </a:solidFill>
                <a:effectLst/>
                <a:latin typeface="Arial" panose="020B0604020202020204" pitchFamily="34" charset="0"/>
              </a:rPr>
              <a:t>Phong </a:t>
            </a:r>
            <a:r>
              <a:rPr kumimoji="0" lang="en-US" altLang="en-US" sz="2000" b="1" i="0" u="none" strike="noStrike" cap="none" normalizeH="0" baseline="0" dirty="0" err="1">
                <a:ln>
                  <a:noFill/>
                </a:ln>
                <a:solidFill>
                  <a:schemeClr val="bg1"/>
                </a:solidFill>
                <a:effectLst/>
                <a:latin typeface="Arial" panose="020B0604020202020204" pitchFamily="34" charset="0"/>
              </a:rPr>
              <a:t>cách</a:t>
            </a:r>
            <a:r>
              <a:rPr kumimoji="0" lang="en-US" altLang="en-US" sz="2000" b="1" i="0" u="none" strike="noStrike" cap="none" normalizeH="0" baseline="0" dirty="0">
                <a:ln>
                  <a:noFill/>
                </a:ln>
                <a:solidFill>
                  <a:schemeClr val="bg1"/>
                </a:solidFill>
                <a:effectLst/>
                <a:latin typeface="Arial" panose="020B0604020202020204" pitchFamily="34" charset="0"/>
              </a:rPr>
              <a:t> </a:t>
            </a:r>
            <a:r>
              <a:rPr kumimoji="0" lang="en-US" altLang="en-US" sz="2000" b="1" i="0" u="none" strike="noStrike" cap="none" normalizeH="0" baseline="0" dirty="0" err="1">
                <a:ln>
                  <a:noFill/>
                </a:ln>
                <a:solidFill>
                  <a:schemeClr val="bg1"/>
                </a:solidFill>
                <a:effectLst/>
                <a:latin typeface="Arial" panose="020B0604020202020204" pitchFamily="34" charset="0"/>
              </a:rPr>
              <a:t>thiết</a:t>
            </a:r>
            <a:r>
              <a:rPr kumimoji="0" lang="en-US" altLang="en-US" sz="2000" b="1" i="0" u="none" strike="noStrike" cap="none" normalizeH="0" baseline="0" dirty="0">
                <a:ln>
                  <a:noFill/>
                </a:ln>
                <a:solidFill>
                  <a:schemeClr val="bg1"/>
                </a:solidFill>
                <a:effectLst/>
                <a:latin typeface="Arial" panose="020B0604020202020204" pitchFamily="34" charset="0"/>
              </a:rPr>
              <a:t> </a:t>
            </a:r>
            <a:r>
              <a:rPr kumimoji="0" lang="en-US" altLang="en-US" sz="2000" b="1" i="0" u="none" strike="noStrike" cap="none" normalizeH="0" baseline="0" dirty="0" err="1">
                <a:ln>
                  <a:noFill/>
                </a:ln>
                <a:solidFill>
                  <a:schemeClr val="bg1"/>
                </a:solidFill>
                <a:effectLst/>
                <a:latin typeface="Arial" panose="020B0604020202020204" pitchFamily="34" charset="0"/>
              </a:rPr>
              <a:t>kế</a:t>
            </a:r>
            <a:r>
              <a:rPr kumimoji="0" lang="en-US" altLang="en-US" sz="2000" b="1" i="0" u="none" strike="noStrike" cap="none" normalizeH="0" baseline="0" dirty="0">
                <a:ln>
                  <a:noFill/>
                </a:ln>
                <a:solidFill>
                  <a:schemeClr val="bg1"/>
                </a:solidFill>
                <a:effectLst/>
                <a:latin typeface="Arial" panose="020B0604020202020204" pitchFamily="34" charset="0"/>
              </a:rPr>
              <a: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Sử</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dụng</a:t>
            </a:r>
            <a:r>
              <a:rPr kumimoji="0" lang="en-US" altLang="en-US" sz="2000" b="0" i="0" u="none" strike="noStrike" cap="none" normalizeH="0" baseline="0" dirty="0">
                <a:ln>
                  <a:noFill/>
                </a:ln>
                <a:solidFill>
                  <a:schemeClr val="bg1"/>
                </a:solidFill>
                <a:effectLst/>
                <a:latin typeface="Arial" panose="020B0604020202020204" pitchFamily="34" charset="0"/>
              </a:rPr>
              <a:t> gam </a:t>
            </a:r>
            <a:r>
              <a:rPr kumimoji="0" lang="en-US" altLang="en-US" sz="2000" b="0" i="0" u="none" strike="noStrike" cap="none" normalizeH="0" baseline="0" dirty="0" err="1">
                <a:ln>
                  <a:noFill/>
                </a:ln>
                <a:solidFill>
                  <a:schemeClr val="bg1"/>
                </a:solidFill>
                <a:effectLst/>
                <a:latin typeface="Arial" panose="020B0604020202020204" pitchFamily="34" charset="0"/>
              </a:rPr>
              <a:t>màu</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1" i="0" u="none" strike="noStrike" cap="none" normalizeH="0" baseline="0" dirty="0">
                <a:ln>
                  <a:noFill/>
                </a:ln>
                <a:solidFill>
                  <a:schemeClr val="bg1"/>
                </a:solidFill>
                <a:effectLst/>
                <a:latin typeface="Arial" panose="020B0604020202020204" pitchFamily="34" charset="0"/>
              </a:rPr>
              <a:t>"Sen </a:t>
            </a:r>
            <a:r>
              <a:rPr kumimoji="0" lang="en-US" altLang="en-US" sz="2000" b="1" i="0" u="none" strike="noStrike" cap="none" normalizeH="0" baseline="0" dirty="0" err="1">
                <a:ln>
                  <a:noFill/>
                </a:ln>
                <a:solidFill>
                  <a:schemeClr val="bg1"/>
                </a:solidFill>
                <a:effectLst/>
                <a:latin typeface="Arial" panose="020B0604020202020204" pitchFamily="34" charset="0"/>
              </a:rPr>
              <a:t>hồng</a:t>
            </a:r>
            <a:r>
              <a:rPr kumimoji="0" lang="en-US" altLang="en-US" sz="2000" b="1" i="0" u="none" strike="noStrike" cap="none" normalizeH="0" baseline="0" dirty="0">
                <a:ln>
                  <a:noFill/>
                </a:ln>
                <a:solidFill>
                  <a:schemeClr val="bg1"/>
                </a:solidFill>
                <a:effectLst/>
                <a:latin typeface="Arial" panose="020B0604020202020204" pitchFamily="34" charset="0"/>
              </a:rPr>
              <a: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đặc</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trưng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của</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Đồng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Tháp</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làm</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chủ</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đạo</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kết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hợp</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thiết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kế</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tối</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giản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hiện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đại</a:t>
            </a:r>
            <a:r>
              <a:rPr kumimoji="0" lang="en-US" altLang="en-US" sz="2000" b="0" i="0" u="none" strike="noStrike" cap="none" normalizeH="0" baseline="0" dirty="0">
                <a:ln>
                  <a:noFill/>
                </a:ln>
                <a:solidFill>
                  <a:schemeClr val="bg1"/>
                </a:solidFill>
                <a:effectLst/>
                <a:latin typeface="Arial" panose="020B0604020202020204" pitchFamily="34" charset="0"/>
              </a:rPr>
              <a:t>.</a:t>
            </a:r>
          </a:p>
          <a:p>
            <a:pPr marR="0" lvl="0" indent="396875" algn="l"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R="0" lvl="0" indent="396875"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err="1">
                <a:ln>
                  <a:noFill/>
                </a:ln>
                <a:solidFill>
                  <a:schemeClr val="bg1"/>
                </a:solidFill>
                <a:effectLst/>
                <a:latin typeface="Arial" panose="020B0604020202020204" pitchFamily="34" charset="0"/>
              </a:rPr>
              <a:t>Đảm</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bảo</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tính</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1" i="0" u="none" strike="noStrike" cap="none" normalizeH="0" baseline="0" dirty="0">
                <a:ln>
                  <a:noFill/>
                </a:ln>
                <a:solidFill>
                  <a:schemeClr val="bg1"/>
                </a:solidFill>
                <a:effectLst/>
                <a:latin typeface="Arial" panose="020B0604020202020204" pitchFamily="34" charset="0"/>
              </a:rPr>
              <a:t>Responsive Design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ngay</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từ</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bản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vẽ</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để</a:t>
            </a:r>
            <a:r>
              <a:rPr kumimoji="0" lang="en-US" altLang="en-US" sz="2000" b="0" i="0" u="none" strike="noStrike" cap="none" normalizeH="0" baseline="0" dirty="0">
                <a:ln>
                  <a:noFill/>
                </a:ln>
                <a:solidFill>
                  <a:schemeClr val="bg1"/>
                </a:solidFill>
                <a:effectLst/>
                <a:latin typeface="Arial" panose="020B0604020202020204" pitchFamily="34" charset="0"/>
              </a:rPr>
              <a:t> website </a:t>
            </a:r>
            <a:r>
              <a:rPr kumimoji="0" lang="en-US" altLang="en-US" sz="2000" b="0" i="0" u="none" strike="noStrike" cap="none" normalizeH="0" baseline="0" dirty="0" err="1">
                <a:ln>
                  <a:noFill/>
                </a:ln>
                <a:solidFill>
                  <a:schemeClr val="bg1"/>
                </a:solidFill>
                <a:effectLst/>
                <a:latin typeface="Arial" panose="020B0604020202020204" pitchFamily="34" charset="0"/>
              </a:rPr>
              <a:t>hiển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thị</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hoàn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hảo</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trên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đa</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thiết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bị</a:t>
            </a:r>
            <a:r>
              <a:rPr kumimoji="0" lang="en-US" altLang="en-US" sz="2000" b="0" i="0" u="none" strike="noStrike" cap="none" normalizeH="0" baseline="0" dirty="0">
                <a:ln>
                  <a:noFill/>
                </a:ln>
                <a:solidFill>
                  <a:schemeClr val="bg1"/>
                </a:solidFill>
                <a:effectLst/>
                <a:latin typeface="Arial" panose="020B0604020202020204" pitchFamily="34" charset="0"/>
              </a:rPr>
              <a:t> (Desktop, Tablet, Mobile)</a:t>
            </a:r>
          </a:p>
        </p:txBody>
      </p:sp>
      <p:pic>
        <p:nvPicPr>
          <p:cNvPr id="3074" name="Picture 13473">
            <a:extLst>
              <a:ext uri="{FF2B5EF4-FFF2-40B4-BE49-F238E27FC236}">
                <a16:creationId xmlns:a16="http://schemas.microsoft.com/office/drawing/2014/main" id="{A354EF0E-BBC0-1B7F-70B0-EF25A10A4BB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12781" y="1746652"/>
            <a:ext cx="5480160" cy="390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连接符 2820">
            <a:extLst>
              <a:ext uri="{FF2B5EF4-FFF2-40B4-BE49-F238E27FC236}">
                <a16:creationId xmlns:a16="http://schemas.microsoft.com/office/drawing/2014/main" id="{60174867-78E3-B6F6-616F-0E3831C650C1}"/>
              </a:ext>
            </a:extLst>
          </p:cNvPr>
          <p:cNvCxnSpPr/>
          <p:nvPr/>
        </p:nvCxnSpPr>
        <p:spPr>
          <a:xfrm rot="5400000">
            <a:off x="4310819" y="3696506"/>
            <a:ext cx="3570362" cy="0"/>
          </a:xfrm>
          <a:prstGeom prst="line">
            <a:avLst/>
          </a:prstGeom>
          <a:noFill/>
          <a:ln w="3175" cap="flat" cmpd="sng" algn="ctr">
            <a:solidFill>
              <a:sysClr val="window" lastClr="FFFFFF">
                <a:lumMod val="50000"/>
              </a:sysClr>
            </a:solidFill>
            <a:prstDash val="solid"/>
            <a:miter lim="800000"/>
          </a:ln>
          <a:effectLst/>
        </p:spPr>
      </p:cxnSp>
    </p:spTree>
    <p:extLst>
      <p:ext uri="{BB962C8B-B14F-4D97-AF65-F5344CB8AC3E}">
        <p14:creationId xmlns:p14="http://schemas.microsoft.com/office/powerpoint/2010/main" val="681811075"/>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39CA8-6111-1BAB-8D54-73B1AA5364D7}"/>
            </a:ext>
          </a:extLst>
        </p:cNvPr>
        <p:cNvGrpSpPr/>
        <p:nvPr/>
      </p:nvGrpSpPr>
      <p:grpSpPr>
        <a:xfrm>
          <a:off x="0" y="0"/>
          <a:ext cx="0" cy="0"/>
          <a:chOff x="0" y="0"/>
          <a:chExt cx="0" cy="0"/>
        </a:xfrm>
      </p:grpSpPr>
      <p:sp>
        <p:nvSpPr>
          <p:cNvPr id="21" name="矩形 1">
            <a:extLst>
              <a:ext uri="{FF2B5EF4-FFF2-40B4-BE49-F238E27FC236}">
                <a16:creationId xmlns:a16="http://schemas.microsoft.com/office/drawing/2014/main" id="{2DBAAD9D-A43C-3210-740B-15693AFDA1DC}"/>
              </a:ext>
            </a:extLst>
          </p:cNvPr>
          <p:cNvSpPr/>
          <p:nvPr/>
        </p:nvSpPr>
        <p:spPr>
          <a:xfrm>
            <a:off x="274320" y="1280159"/>
            <a:ext cx="11602720" cy="538382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sp>
        <p:nvSpPr>
          <p:cNvPr id="22" name="11 Rectángulo">
            <a:extLst>
              <a:ext uri="{FF2B5EF4-FFF2-40B4-BE49-F238E27FC236}">
                <a16:creationId xmlns:a16="http://schemas.microsoft.com/office/drawing/2014/main" id="{86A832CF-CB9E-5B4E-C65E-B269044EF52A}"/>
              </a:ext>
            </a:extLst>
          </p:cNvPr>
          <p:cNvSpPr/>
          <p:nvPr/>
        </p:nvSpPr>
        <p:spPr>
          <a:xfrm>
            <a:off x="274320" y="1026692"/>
            <a:ext cx="5821680" cy="446508"/>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r>
              <a:rPr lang="en-US" sz="1600" b="1" dirty="0">
                <a:solidFill>
                  <a:schemeClr val="tx1"/>
                </a:solidFill>
                <a:cs typeface="Arial" panose="020B0604020202020204" pitchFamily="34" charset="0"/>
              </a:rPr>
              <a:t>Giai </a:t>
            </a:r>
            <a:r>
              <a:rPr lang="en-US" sz="1600" b="1" dirty="0" err="1">
                <a:solidFill>
                  <a:schemeClr val="tx1"/>
                </a:solidFill>
                <a:cs typeface="Arial" panose="020B0604020202020204" pitchFamily="34" charset="0"/>
              </a:rPr>
              <a:t>đoạn</a:t>
            </a:r>
            <a:r>
              <a:rPr lang="en-US" sz="1600" b="1" dirty="0">
                <a:solidFill>
                  <a:schemeClr val="tx1"/>
                </a:solidFill>
                <a:cs typeface="Arial" panose="020B0604020202020204" pitchFamily="34" charset="0"/>
              </a:rPr>
              <a:t> 3: </a:t>
            </a:r>
            <a:r>
              <a:rPr lang="en-US" sz="1600" b="1" dirty="0" err="1">
                <a:solidFill>
                  <a:schemeClr val="tx1"/>
                </a:solidFill>
                <a:cs typeface="Arial" panose="020B0604020202020204" pitchFamily="34" charset="0"/>
              </a:rPr>
              <a:t>Lập</a:t>
            </a:r>
            <a:r>
              <a:rPr lang="en-US" sz="1600" b="1" dirty="0">
                <a:solidFill>
                  <a:schemeClr val="tx1"/>
                </a:solidFill>
                <a:cs typeface="Arial" panose="020B0604020202020204" pitchFamily="34" charset="0"/>
              </a:rPr>
              <a:t> </a:t>
            </a:r>
            <a:r>
              <a:rPr lang="en-US" sz="1600" b="1" dirty="0" err="1">
                <a:solidFill>
                  <a:schemeClr val="tx1"/>
                </a:solidFill>
                <a:cs typeface="Arial" panose="020B0604020202020204" pitchFamily="34" charset="0"/>
              </a:rPr>
              <a:t>trình</a:t>
            </a:r>
            <a:r>
              <a:rPr lang="en-US" sz="1600" b="1" dirty="0">
                <a:solidFill>
                  <a:schemeClr val="tx1"/>
                </a:solidFill>
                <a:cs typeface="Arial" panose="020B0604020202020204" pitchFamily="34" charset="0"/>
              </a:rPr>
              <a:t> </a:t>
            </a:r>
            <a:r>
              <a:rPr lang="en-US" sz="1600" b="1" dirty="0" err="1">
                <a:solidFill>
                  <a:schemeClr val="tx1"/>
                </a:solidFill>
                <a:cs typeface="Arial" panose="020B0604020202020204" pitchFamily="34" charset="0"/>
              </a:rPr>
              <a:t>và</a:t>
            </a:r>
            <a:r>
              <a:rPr lang="en-US" sz="1600" b="1" dirty="0">
                <a:solidFill>
                  <a:schemeClr val="tx1"/>
                </a:solidFill>
                <a:cs typeface="Arial" panose="020B0604020202020204" pitchFamily="34" charset="0"/>
              </a:rPr>
              <a:t> </a:t>
            </a:r>
            <a:r>
              <a:rPr lang="en-US" sz="1600" b="1" dirty="0" err="1">
                <a:solidFill>
                  <a:schemeClr val="tx1"/>
                </a:solidFill>
                <a:cs typeface="Arial" panose="020B0604020202020204" pitchFamily="34" charset="0"/>
              </a:rPr>
              <a:t>Kết</a:t>
            </a:r>
            <a:r>
              <a:rPr lang="en-US" sz="1600" b="1" dirty="0">
                <a:solidFill>
                  <a:schemeClr val="tx1"/>
                </a:solidFill>
                <a:cs typeface="Arial" panose="020B0604020202020204" pitchFamily="34" charset="0"/>
              </a:rPr>
              <a:t> </a:t>
            </a:r>
            <a:r>
              <a:rPr lang="en-US" sz="1600" b="1" dirty="0" err="1">
                <a:solidFill>
                  <a:schemeClr val="tx1"/>
                </a:solidFill>
                <a:cs typeface="Arial" panose="020B0604020202020204" pitchFamily="34" charset="0"/>
              </a:rPr>
              <a:t>nối</a:t>
            </a:r>
            <a:r>
              <a:rPr lang="en-US" sz="1600" b="1" dirty="0">
                <a:solidFill>
                  <a:schemeClr val="tx1"/>
                </a:solidFill>
                <a:cs typeface="Arial" panose="020B0604020202020204" pitchFamily="34" charset="0"/>
              </a:rPr>
              <a:t> </a:t>
            </a:r>
            <a:r>
              <a:rPr lang="en-US" sz="1600" b="1" dirty="0" err="1">
                <a:solidFill>
                  <a:schemeClr val="tx1"/>
                </a:solidFill>
                <a:cs typeface="Arial" panose="020B0604020202020204" pitchFamily="34" charset="0"/>
              </a:rPr>
              <a:t>hệ</a:t>
            </a:r>
            <a:r>
              <a:rPr lang="en-US" sz="1600" b="1" dirty="0">
                <a:solidFill>
                  <a:schemeClr val="tx1"/>
                </a:solidFill>
                <a:cs typeface="Arial" panose="020B0604020202020204" pitchFamily="34" charset="0"/>
              </a:rPr>
              <a:t> </a:t>
            </a:r>
            <a:r>
              <a:rPr lang="en-US" sz="1600" b="1" dirty="0" err="1">
                <a:solidFill>
                  <a:schemeClr val="tx1"/>
                </a:solidFill>
                <a:cs typeface="Arial" panose="020B0604020202020204" pitchFamily="34" charset="0"/>
              </a:rPr>
              <a:t>thống</a:t>
            </a:r>
            <a:r>
              <a:rPr lang="en-US" sz="1600" b="1" dirty="0">
                <a:solidFill>
                  <a:schemeClr val="tx1"/>
                </a:solidFill>
                <a:cs typeface="Arial" panose="020B0604020202020204" pitchFamily="34" charset="0"/>
              </a:rPr>
              <a:t> (MERN Stack)</a:t>
            </a:r>
            <a:endParaRPr lang="en-US" sz="1600" dirty="0">
              <a:solidFill>
                <a:schemeClr val="tx1"/>
              </a:solidFill>
              <a:cs typeface="Arial" panose="020B0604020202020204" pitchFamily="34" charset="0"/>
            </a:endParaRPr>
          </a:p>
        </p:txBody>
      </p:sp>
      <p:sp>
        <p:nvSpPr>
          <p:cNvPr id="3" name="矩形 2">
            <a:extLst>
              <a:ext uri="{FF2B5EF4-FFF2-40B4-BE49-F238E27FC236}">
                <a16:creationId xmlns:a16="http://schemas.microsoft.com/office/drawing/2014/main" id="{2C69BCDD-0DA3-B1C7-2BD3-2706DDDF3054}"/>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BEA7618C-6373-2CD5-40AB-2275F8AC3DD3}"/>
              </a:ext>
            </a:extLst>
          </p:cNvPr>
          <p:cNvSpPr txBox="1"/>
          <p:nvPr/>
        </p:nvSpPr>
        <p:spPr>
          <a:xfrm>
            <a:off x="867596" y="-3623"/>
            <a:ext cx="8520244" cy="822960"/>
          </a:xfrm>
          <a:prstGeom prst="rect">
            <a:avLst/>
          </a:prstGeom>
          <a:noFill/>
        </p:spPr>
        <p:txBody>
          <a:bodyPr wrap="square" rtlCol="0" anchor="ctr">
            <a:noAutofit/>
          </a:bodyPr>
          <a:lstStyle/>
          <a:p>
            <a:r>
              <a:rPr lang="en-US" altLang="zh-CN" sz="2400" b="1" dirty="0">
                <a:latin typeface="Arial" panose="020B0604020202020204" pitchFamily="34" charset="0"/>
                <a:ea typeface="Noto Sans"/>
                <a:cs typeface="Arial" panose="020B0604020202020204" pitchFamily="34" charset="0"/>
              </a:rPr>
              <a:t>QUY TRÌNH TRIỂN KHAI VÀ </a:t>
            </a:r>
          </a:p>
          <a:p>
            <a:r>
              <a:rPr lang="en-US" altLang="zh-CN" sz="2400" b="1" dirty="0">
                <a:latin typeface="Arial" panose="020B0604020202020204" pitchFamily="34" charset="0"/>
                <a:ea typeface="Noto Sans"/>
                <a:cs typeface="Arial" panose="020B0604020202020204" pitchFamily="34" charset="0"/>
              </a:rPr>
              <a:t>HIỆN THỰC HÓA MÃ NGUỒN</a:t>
            </a:r>
            <a:endParaRPr lang="zh-CN" altLang="en-US" sz="24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E4DA373-0115-72AE-62E2-796D186BFD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E2ED9BEE-8897-CBB6-B609-6D7D7695AD0B}"/>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3ABB9260-868B-D9DA-D4B1-44B57E5D4C72}"/>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a:extLst>
              <a:ext uri="{FF2B5EF4-FFF2-40B4-BE49-F238E27FC236}">
                <a16:creationId xmlns:a16="http://schemas.microsoft.com/office/drawing/2014/main" id="{C9F3ADCA-53F3-E135-2286-F74B74F4059D}"/>
              </a:ext>
            </a:extLst>
          </p:cNvPr>
          <p:cNvSpPr txBox="1"/>
          <p:nvPr/>
        </p:nvSpPr>
        <p:spPr>
          <a:xfrm>
            <a:off x="426720" y="2174240"/>
            <a:ext cx="11258064" cy="3251596"/>
          </a:xfrm>
          <a:prstGeom prst="rect">
            <a:avLst/>
          </a:prstGeom>
          <a:noFill/>
        </p:spPr>
        <p:txBody>
          <a:bodyPr wrap="square">
            <a:spAutoFit/>
          </a:bodyPr>
          <a:lstStyle/>
          <a:p>
            <a:pPr>
              <a:lnSpc>
                <a:spcPct val="130000"/>
              </a:lnSpc>
            </a:pPr>
            <a:r>
              <a:rPr lang="vi-VN" sz="2000" b="1" dirty="0">
                <a:solidFill>
                  <a:schemeClr val="bg1"/>
                </a:solidFill>
                <a:latin typeface="Arial" panose="020B0604020202020204" pitchFamily="34" charset="0"/>
                <a:cs typeface="Arial" panose="020B0604020202020204" pitchFamily="34" charset="0"/>
              </a:rPr>
              <a:t> Frontend: </a:t>
            </a:r>
            <a:r>
              <a:rPr lang="vi-VN" sz="2000" dirty="0">
                <a:solidFill>
                  <a:schemeClr val="bg1"/>
                </a:solidFill>
                <a:latin typeface="Arial" panose="020B0604020202020204" pitchFamily="34" charset="0"/>
                <a:cs typeface="Arial" panose="020B0604020202020204" pitchFamily="34" charset="0"/>
              </a:rPr>
              <a:t>Hiện thực hóa các Component (Header, Footer, Card địa điểm) từ bản thiết kế Figma vào mã nguồn React.js, sử dụng Tailwind CSS để tinh chỉnh giao diện nhanh chóng.</a:t>
            </a:r>
            <a:endParaRPr lang="en-US" sz="2000" dirty="0">
              <a:solidFill>
                <a:schemeClr val="bg1"/>
              </a:solidFill>
              <a:latin typeface="Arial" panose="020B0604020202020204" pitchFamily="34" charset="0"/>
              <a:cs typeface="Arial" panose="020B0604020202020204" pitchFamily="34" charset="0"/>
            </a:endParaRPr>
          </a:p>
          <a:p>
            <a:pPr>
              <a:lnSpc>
                <a:spcPct val="130000"/>
              </a:lnSpc>
            </a:pPr>
            <a:endParaRPr lang="vi-VN" sz="2000" dirty="0">
              <a:solidFill>
                <a:schemeClr val="bg1"/>
              </a:solidFill>
              <a:latin typeface="Arial" panose="020B0604020202020204" pitchFamily="34" charset="0"/>
              <a:cs typeface="Arial" panose="020B0604020202020204" pitchFamily="34" charset="0"/>
            </a:endParaRPr>
          </a:p>
          <a:p>
            <a:pPr marL="741363" indent="-344488">
              <a:lnSpc>
                <a:spcPct val="130000"/>
              </a:lnSpc>
              <a:buFont typeface="Wingdings" panose="05000000000000000000" pitchFamily="2" charset="2"/>
              <a:buChar char="q"/>
            </a:pPr>
            <a:r>
              <a:rPr lang="vi-VN" sz="2000" b="1" dirty="0">
                <a:solidFill>
                  <a:schemeClr val="bg1"/>
                </a:solidFill>
                <a:latin typeface="Arial" panose="020B0604020202020204" pitchFamily="34" charset="0"/>
                <a:cs typeface="Arial" panose="020B0604020202020204" pitchFamily="34" charset="0"/>
              </a:rPr>
              <a:t>Backend &amp; API: </a:t>
            </a:r>
            <a:r>
              <a:rPr lang="vi-VN" sz="2000" dirty="0">
                <a:solidFill>
                  <a:schemeClr val="bg1"/>
                </a:solidFill>
                <a:latin typeface="Arial" panose="020B0604020202020204" pitchFamily="34" charset="0"/>
                <a:cs typeface="Arial" panose="020B0604020202020204" pitchFamily="34" charset="0"/>
              </a:rPr>
              <a:t>Xây dựng hệ thống RESTful API với Node.js và Express.js để xử lý luồng dữ liệu JSON. Tích hợp Middleware Multer để quản lý việc tải và lưu trữ hình ảnh địa điểm.</a:t>
            </a:r>
            <a:endParaRPr lang="en-US" sz="2000" dirty="0">
              <a:solidFill>
                <a:schemeClr val="bg1"/>
              </a:solidFill>
              <a:latin typeface="Arial" panose="020B0604020202020204" pitchFamily="34" charset="0"/>
              <a:cs typeface="Arial" panose="020B0604020202020204" pitchFamily="34" charset="0"/>
            </a:endParaRPr>
          </a:p>
          <a:p>
            <a:pPr marL="741363" indent="-344488">
              <a:lnSpc>
                <a:spcPct val="130000"/>
              </a:lnSpc>
            </a:pPr>
            <a:endParaRPr lang="vi-VN" sz="2000" dirty="0">
              <a:solidFill>
                <a:schemeClr val="bg1"/>
              </a:solidFill>
              <a:latin typeface="Arial" panose="020B0604020202020204" pitchFamily="34" charset="0"/>
              <a:cs typeface="Arial" panose="020B0604020202020204" pitchFamily="34" charset="0"/>
            </a:endParaRPr>
          </a:p>
          <a:p>
            <a:pPr marL="741363" indent="-344488">
              <a:lnSpc>
                <a:spcPct val="130000"/>
              </a:lnSpc>
              <a:buFont typeface="Wingdings" panose="05000000000000000000" pitchFamily="2" charset="2"/>
              <a:buChar char="q"/>
            </a:pPr>
            <a:r>
              <a:rPr lang="vi-VN" sz="2000" b="1" dirty="0">
                <a:solidFill>
                  <a:schemeClr val="bg1"/>
                </a:solidFill>
                <a:latin typeface="Arial" panose="020B0604020202020204" pitchFamily="34" charset="0"/>
                <a:cs typeface="Arial" panose="020B0604020202020204" pitchFamily="34" charset="0"/>
              </a:rPr>
              <a:t>Cơ sở dữ liệu: </a:t>
            </a:r>
            <a:r>
              <a:rPr lang="vi-VN" sz="2000" dirty="0">
                <a:solidFill>
                  <a:schemeClr val="bg1"/>
                </a:solidFill>
                <a:latin typeface="Arial" panose="020B0604020202020204" pitchFamily="34" charset="0"/>
                <a:cs typeface="Arial" panose="020B0604020202020204" pitchFamily="34" charset="0"/>
              </a:rPr>
              <a:t>Kết nối MongoDB, thiết lập các Schema thông qua Mongoose để lưu trữ thông tin địa điểm, bài viết và người dùng</a:t>
            </a:r>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6779570"/>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D0C83-84F5-439C-7E7A-4C129BDBCC61}"/>
            </a:ext>
          </a:extLst>
        </p:cNvPr>
        <p:cNvGrpSpPr/>
        <p:nvPr/>
      </p:nvGrpSpPr>
      <p:grpSpPr>
        <a:xfrm>
          <a:off x="0" y="0"/>
          <a:ext cx="0" cy="0"/>
          <a:chOff x="0" y="0"/>
          <a:chExt cx="0" cy="0"/>
        </a:xfrm>
      </p:grpSpPr>
      <p:sp>
        <p:nvSpPr>
          <p:cNvPr id="9" name="矩形 1">
            <a:extLst>
              <a:ext uri="{FF2B5EF4-FFF2-40B4-BE49-F238E27FC236}">
                <a16:creationId xmlns:a16="http://schemas.microsoft.com/office/drawing/2014/main" id="{41081458-5406-902C-5FF0-A6C2AE0A5AED}"/>
              </a:ext>
            </a:extLst>
          </p:cNvPr>
          <p:cNvSpPr/>
          <p:nvPr/>
        </p:nvSpPr>
        <p:spPr>
          <a:xfrm>
            <a:off x="274320" y="1280159"/>
            <a:ext cx="11602720" cy="538382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sp>
        <p:nvSpPr>
          <p:cNvPr id="10" name="11 Rectángulo">
            <a:extLst>
              <a:ext uri="{FF2B5EF4-FFF2-40B4-BE49-F238E27FC236}">
                <a16:creationId xmlns:a16="http://schemas.microsoft.com/office/drawing/2014/main" id="{F97840F7-67A0-D6BB-285D-DE53722179ED}"/>
              </a:ext>
            </a:extLst>
          </p:cNvPr>
          <p:cNvSpPr/>
          <p:nvPr/>
        </p:nvSpPr>
        <p:spPr>
          <a:xfrm>
            <a:off x="274320" y="1026692"/>
            <a:ext cx="5821680" cy="446508"/>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r>
              <a:rPr lang="vi-VN" b="1" dirty="0">
                <a:solidFill>
                  <a:schemeClr val="tx1"/>
                </a:solidFill>
                <a:cs typeface="Arial" panose="020B0604020202020204" pitchFamily="34" charset="0"/>
              </a:rPr>
              <a:t>Giai đoạn 4: Kiểm thử và Tối ưu hóa</a:t>
            </a:r>
            <a:endParaRPr lang="en-US" dirty="0">
              <a:solidFill>
                <a:schemeClr val="tx1"/>
              </a:solidFill>
              <a:cs typeface="Arial" panose="020B0604020202020204" pitchFamily="34" charset="0"/>
            </a:endParaRPr>
          </a:p>
        </p:txBody>
      </p:sp>
      <p:sp>
        <p:nvSpPr>
          <p:cNvPr id="3" name="矩形 2">
            <a:extLst>
              <a:ext uri="{FF2B5EF4-FFF2-40B4-BE49-F238E27FC236}">
                <a16:creationId xmlns:a16="http://schemas.microsoft.com/office/drawing/2014/main" id="{2D696249-5EF9-D58E-F80A-C21665E870AD}"/>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0D1957F3-B9E9-BAA3-3D88-05481EA0D040}"/>
              </a:ext>
            </a:extLst>
          </p:cNvPr>
          <p:cNvSpPr txBox="1"/>
          <p:nvPr/>
        </p:nvSpPr>
        <p:spPr>
          <a:xfrm>
            <a:off x="867596" y="-3623"/>
            <a:ext cx="8520244" cy="822960"/>
          </a:xfrm>
          <a:prstGeom prst="rect">
            <a:avLst/>
          </a:prstGeom>
          <a:noFill/>
        </p:spPr>
        <p:txBody>
          <a:bodyPr wrap="square" rtlCol="0" anchor="ctr">
            <a:noAutofit/>
          </a:bodyPr>
          <a:lstStyle/>
          <a:p>
            <a:r>
              <a:rPr lang="en-US" altLang="zh-CN" sz="2400" b="1" dirty="0">
                <a:latin typeface="Arial" panose="020B0604020202020204" pitchFamily="34" charset="0"/>
                <a:ea typeface="Noto Sans"/>
                <a:cs typeface="Arial" panose="020B0604020202020204" pitchFamily="34" charset="0"/>
              </a:rPr>
              <a:t>QUY TRÌNH TRIỂN KHAI VÀ </a:t>
            </a:r>
          </a:p>
          <a:p>
            <a:r>
              <a:rPr lang="en-US" altLang="zh-CN" sz="2400" b="1" dirty="0">
                <a:latin typeface="Arial" panose="020B0604020202020204" pitchFamily="34" charset="0"/>
                <a:ea typeface="Noto Sans"/>
                <a:cs typeface="Arial" panose="020B0604020202020204" pitchFamily="34" charset="0"/>
              </a:rPr>
              <a:t>HIỆN THỰC HÓA MÃ NGUỒN</a:t>
            </a:r>
            <a:endParaRPr lang="zh-CN" altLang="en-US" sz="24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EFB2E638-628C-FAE7-1207-A3FD07FFED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B65B5318-27B0-CB02-FB78-7533DF52090C}"/>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34F3747A-0AF1-0BC9-CE3E-2BD4687BCE0D}"/>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a:extLst>
              <a:ext uri="{FF2B5EF4-FFF2-40B4-BE49-F238E27FC236}">
                <a16:creationId xmlns:a16="http://schemas.microsoft.com/office/drawing/2014/main" id="{628211C4-85AB-EFD7-E76C-2D2C1BF73EC2}"/>
              </a:ext>
            </a:extLst>
          </p:cNvPr>
          <p:cNvSpPr txBox="1"/>
          <p:nvPr/>
        </p:nvSpPr>
        <p:spPr>
          <a:xfrm>
            <a:off x="304800" y="2088208"/>
            <a:ext cx="5781040" cy="3251596"/>
          </a:xfrm>
          <a:prstGeom prst="rect">
            <a:avLst/>
          </a:prstGeom>
          <a:noFill/>
        </p:spPr>
        <p:txBody>
          <a:bodyPr wrap="square">
            <a:spAutoFit/>
          </a:bodyPr>
          <a:lstStyle/>
          <a:p>
            <a:pPr indent="457200">
              <a:lnSpc>
                <a:spcPct val="130000"/>
              </a:lnSpc>
              <a:buFont typeface="Wingdings" panose="05000000000000000000" pitchFamily="2" charset="2"/>
              <a:buChar char="q"/>
            </a:pPr>
            <a:r>
              <a:rPr lang="vi-VN" sz="2000" b="1" dirty="0">
                <a:solidFill>
                  <a:schemeClr val="bg1"/>
                </a:solidFill>
                <a:latin typeface="Arial" panose="020B0604020202020204" pitchFamily="34" charset="0"/>
                <a:cs typeface="Arial" panose="020B0604020202020204" pitchFamily="34" charset="0"/>
              </a:rPr>
              <a:t>Kiểm thử chức năng: </a:t>
            </a:r>
            <a:r>
              <a:rPr lang="vi-VN" sz="2000" dirty="0">
                <a:solidFill>
                  <a:schemeClr val="bg1"/>
                </a:solidFill>
                <a:latin typeface="Arial" panose="020B0604020202020204" pitchFamily="34" charset="0"/>
                <a:cs typeface="Arial" panose="020B0604020202020204" pitchFamily="34" charset="0"/>
              </a:rPr>
              <a:t>Đảm bảo các tính năng CRUD (Thêm, Sửa, Xóa), tìm kiếm và xác thực JWT hoạt động ổn định.</a:t>
            </a:r>
            <a:endParaRPr lang="en-US" sz="2000" dirty="0">
              <a:solidFill>
                <a:schemeClr val="bg1"/>
              </a:solidFill>
              <a:latin typeface="Arial" panose="020B0604020202020204" pitchFamily="34" charset="0"/>
              <a:cs typeface="Arial" panose="020B0604020202020204" pitchFamily="34" charset="0"/>
            </a:endParaRPr>
          </a:p>
          <a:p>
            <a:pPr>
              <a:lnSpc>
                <a:spcPct val="130000"/>
              </a:lnSpc>
            </a:pPr>
            <a:endParaRPr lang="vi-VN" sz="2000" dirty="0">
              <a:solidFill>
                <a:schemeClr val="bg1"/>
              </a:solidFill>
              <a:latin typeface="Arial" panose="020B0604020202020204" pitchFamily="34" charset="0"/>
              <a:cs typeface="Arial" panose="020B0604020202020204" pitchFamily="34" charset="0"/>
            </a:endParaRPr>
          </a:p>
          <a:p>
            <a:pPr indent="457200">
              <a:lnSpc>
                <a:spcPct val="130000"/>
              </a:lnSpc>
              <a:buFont typeface="Wingdings" panose="05000000000000000000" pitchFamily="2" charset="2"/>
              <a:buChar char="q"/>
            </a:pPr>
            <a:r>
              <a:rPr lang="vi-VN" sz="2000" b="1" dirty="0">
                <a:solidFill>
                  <a:schemeClr val="bg1"/>
                </a:solidFill>
                <a:latin typeface="Arial" panose="020B0604020202020204" pitchFamily="34" charset="0"/>
                <a:cs typeface="Arial" panose="020B0604020202020204" pitchFamily="34" charset="0"/>
              </a:rPr>
              <a:t>Tối ưu hiệu năng: </a:t>
            </a:r>
            <a:r>
              <a:rPr lang="vi-VN" sz="2000" dirty="0">
                <a:solidFill>
                  <a:schemeClr val="bg1"/>
                </a:solidFill>
                <a:latin typeface="Arial" panose="020B0604020202020204" pitchFamily="34" charset="0"/>
                <a:cs typeface="Arial" panose="020B0604020202020204" pitchFamily="34" charset="0"/>
              </a:rPr>
              <a:t>Kiểm tra tốc độ tải trang (Page Load Speed) và khả năng tương thích trên các trình duyệt khác nhau để đạt trải nghiệm người dùng tốt nhất.</a:t>
            </a:r>
          </a:p>
        </p:txBody>
      </p:sp>
      <p:pic>
        <p:nvPicPr>
          <p:cNvPr id="16" name="Picture 15">
            <a:extLst>
              <a:ext uri="{FF2B5EF4-FFF2-40B4-BE49-F238E27FC236}">
                <a16:creationId xmlns:a16="http://schemas.microsoft.com/office/drawing/2014/main" id="{99BB4C86-BF40-48D0-B129-1379A923298C}"/>
              </a:ext>
            </a:extLst>
          </p:cNvPr>
          <p:cNvPicPr>
            <a:picLocks noChangeAspect="1"/>
          </p:cNvPicPr>
          <p:nvPr/>
        </p:nvPicPr>
        <p:blipFill>
          <a:blip r:embed="rId4"/>
          <a:stretch>
            <a:fillRect/>
          </a:stretch>
        </p:blipFill>
        <p:spPr>
          <a:xfrm>
            <a:off x="6437253" y="4554304"/>
            <a:ext cx="5306361" cy="1998582"/>
          </a:xfrm>
          <a:prstGeom prst="rect">
            <a:avLst/>
          </a:prstGeom>
        </p:spPr>
      </p:pic>
      <p:pic>
        <p:nvPicPr>
          <p:cNvPr id="18" name="Picture 17">
            <a:extLst>
              <a:ext uri="{FF2B5EF4-FFF2-40B4-BE49-F238E27FC236}">
                <a16:creationId xmlns:a16="http://schemas.microsoft.com/office/drawing/2014/main" id="{E655F516-177C-1472-3384-22A574538FC1}"/>
              </a:ext>
            </a:extLst>
          </p:cNvPr>
          <p:cNvPicPr>
            <a:picLocks noChangeAspect="1"/>
          </p:cNvPicPr>
          <p:nvPr/>
        </p:nvPicPr>
        <p:blipFill>
          <a:blip r:embed="rId5"/>
          <a:stretch>
            <a:fillRect/>
          </a:stretch>
        </p:blipFill>
        <p:spPr>
          <a:xfrm>
            <a:off x="6437254" y="1422400"/>
            <a:ext cx="5306361" cy="2989663"/>
          </a:xfrm>
          <a:prstGeom prst="rect">
            <a:avLst/>
          </a:prstGeom>
        </p:spPr>
      </p:pic>
    </p:spTree>
    <p:extLst>
      <p:ext uri="{BB962C8B-B14F-4D97-AF65-F5344CB8AC3E}">
        <p14:creationId xmlns:p14="http://schemas.microsoft.com/office/powerpoint/2010/main" val="1326604134"/>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2095B-33AF-9883-1402-CC8404A7F34F}"/>
            </a:ext>
          </a:extLst>
        </p:cNvPr>
        <p:cNvGrpSpPr/>
        <p:nvPr/>
      </p:nvGrpSpPr>
      <p:grpSpPr>
        <a:xfrm>
          <a:off x="0" y="0"/>
          <a:ext cx="0" cy="0"/>
          <a:chOff x="0" y="0"/>
          <a:chExt cx="0" cy="0"/>
        </a:xfrm>
      </p:grpSpPr>
      <p:sp>
        <p:nvSpPr>
          <p:cNvPr id="9" name="矩形 1">
            <a:extLst>
              <a:ext uri="{FF2B5EF4-FFF2-40B4-BE49-F238E27FC236}">
                <a16:creationId xmlns:a16="http://schemas.microsoft.com/office/drawing/2014/main" id="{0A0F93CE-D0F7-F43E-0723-CF2E5D9561CC}"/>
              </a:ext>
            </a:extLst>
          </p:cNvPr>
          <p:cNvSpPr/>
          <p:nvPr/>
        </p:nvSpPr>
        <p:spPr>
          <a:xfrm>
            <a:off x="274320" y="1280159"/>
            <a:ext cx="11602720" cy="538382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sp>
        <p:nvSpPr>
          <p:cNvPr id="3" name="矩形 2">
            <a:extLst>
              <a:ext uri="{FF2B5EF4-FFF2-40B4-BE49-F238E27FC236}">
                <a16:creationId xmlns:a16="http://schemas.microsoft.com/office/drawing/2014/main" id="{E091F76D-7591-7FA2-E65D-377619D28028}"/>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0E221281-0C2B-6E7A-65F7-01DB817CD6B1}"/>
              </a:ext>
            </a:extLst>
          </p:cNvPr>
          <p:cNvSpPr txBox="1"/>
          <p:nvPr/>
        </p:nvSpPr>
        <p:spPr>
          <a:xfrm>
            <a:off x="867596" y="-3623"/>
            <a:ext cx="8520244" cy="822960"/>
          </a:xfrm>
          <a:prstGeom prst="rect">
            <a:avLst/>
          </a:prstGeom>
          <a:noFill/>
        </p:spPr>
        <p:txBody>
          <a:bodyPr wrap="square" rtlCol="0" anchor="ctr">
            <a:noAutofit/>
          </a:bodyPr>
          <a:lstStyle/>
          <a:p>
            <a:r>
              <a:rPr lang="en-US" altLang="zh-CN" sz="2400" b="1" dirty="0">
                <a:latin typeface="Arial" panose="020B0604020202020204" pitchFamily="34" charset="0"/>
                <a:ea typeface="Noto Sans"/>
                <a:cs typeface="Arial" panose="020B0604020202020204" pitchFamily="34" charset="0"/>
              </a:rPr>
              <a:t>KẾT QUẢ ĐẠT ĐƯỢC</a:t>
            </a:r>
            <a:endParaRPr lang="zh-CN" altLang="en-US" sz="24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AF99110C-92CB-9DAD-43FE-9F1BD4510F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3A3C49A7-8FA1-0FBC-F6AC-2B755CFB83D5}"/>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AB01B830-A9C6-3D1A-617F-A2826717B49A}"/>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a:extLst>
              <a:ext uri="{FF2B5EF4-FFF2-40B4-BE49-F238E27FC236}">
                <a16:creationId xmlns:a16="http://schemas.microsoft.com/office/drawing/2014/main" id="{63B142AA-C44A-DF73-41AD-AA0E92767736}"/>
              </a:ext>
            </a:extLst>
          </p:cNvPr>
          <p:cNvPicPr>
            <a:picLocks noChangeAspect="1"/>
          </p:cNvPicPr>
          <p:nvPr/>
        </p:nvPicPr>
        <p:blipFill>
          <a:blip r:embed="rId4">
            <a:extLst>
              <a:ext uri="{28A0092B-C50C-407E-A947-70E740481C1C}">
                <a14:useLocalDpi xmlns:a14="http://schemas.microsoft.com/office/drawing/2010/main" val="0"/>
              </a:ext>
            </a:extLst>
          </a:blip>
          <a:srcRect l="8377" r="16689"/>
          <a:stretch>
            <a:fillRect/>
          </a:stretch>
        </p:blipFill>
        <p:spPr>
          <a:xfrm>
            <a:off x="424578" y="2297439"/>
            <a:ext cx="6459704" cy="4114799"/>
          </a:xfrm>
          <a:prstGeom prst="rect">
            <a:avLst/>
          </a:prstGeom>
        </p:spPr>
      </p:pic>
      <p:sp>
        <p:nvSpPr>
          <p:cNvPr id="5" name="Rectangle 1">
            <a:extLst>
              <a:ext uri="{FF2B5EF4-FFF2-40B4-BE49-F238E27FC236}">
                <a16:creationId xmlns:a16="http://schemas.microsoft.com/office/drawing/2014/main" id="{04C096BE-18D6-AFE3-F39F-09A46A252294}"/>
              </a:ext>
            </a:extLst>
          </p:cNvPr>
          <p:cNvSpPr>
            <a:spLocks noChangeArrowheads="1"/>
          </p:cNvSpPr>
          <p:nvPr/>
        </p:nvSpPr>
        <p:spPr bwMode="auto">
          <a:xfrm>
            <a:off x="6965562" y="2329787"/>
            <a:ext cx="4859333" cy="4051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30000"/>
              </a:lnSpc>
              <a:spcBef>
                <a:spcPct val="0"/>
              </a:spcBef>
              <a:spcAft>
                <a:spcPct val="0"/>
              </a:spcAft>
              <a:buClrTx/>
              <a:buSzTx/>
              <a:buFontTx/>
              <a:buNone/>
              <a:tabLst/>
            </a:pPr>
            <a:r>
              <a:rPr kumimoji="0" lang="en-US" altLang="en-US" sz="2000" b="1" i="0" u="none" strike="noStrike" cap="none" normalizeH="0" baseline="0" dirty="0">
                <a:ln>
                  <a:noFill/>
                </a:ln>
                <a:solidFill>
                  <a:schemeClr val="bg1"/>
                </a:solidFill>
                <a:effectLst/>
                <a:latin typeface="Arial" panose="020B0604020202020204" pitchFamily="34" charset="0"/>
              </a:rPr>
              <a:t>Trang </a:t>
            </a:r>
            <a:r>
              <a:rPr kumimoji="0" lang="en-US" altLang="en-US" sz="2000" b="1" i="0" u="none" strike="noStrike" cap="none" normalizeH="0" baseline="0" dirty="0" err="1">
                <a:ln>
                  <a:noFill/>
                </a:ln>
                <a:solidFill>
                  <a:schemeClr val="bg1"/>
                </a:solidFill>
                <a:effectLst/>
                <a:latin typeface="Arial" panose="020B0604020202020204" pitchFamily="34" charset="0"/>
              </a:rPr>
              <a:t>chủ</a:t>
            </a:r>
            <a:r>
              <a:rPr kumimoji="0" lang="en-US" altLang="en-US" sz="2000" b="1" i="0" u="none" strike="noStrike" cap="none" normalizeH="0" baseline="0" dirty="0">
                <a:ln>
                  <a:noFill/>
                </a:ln>
                <a:solidFill>
                  <a:schemeClr val="bg1"/>
                </a:solidFill>
                <a:effectLst/>
                <a:latin typeface="Arial" panose="020B0604020202020204" pitchFamily="34" charset="0"/>
              </a:rPr>
              <a:t>:</a:t>
            </a:r>
            <a:r>
              <a:rPr kumimoji="0" lang="en-US" altLang="en-US" sz="2000" b="0" i="0" u="none" strike="noStrike" cap="none" normalizeH="0" baseline="0" dirty="0">
                <a:ln>
                  <a:noFill/>
                </a:ln>
                <a:solidFill>
                  <a:schemeClr val="bg1"/>
                </a:solidFill>
                <a:effectLst/>
                <a:latin typeface="Arial" panose="020B0604020202020204" pitchFamily="34" charset="0"/>
              </a:rPr>
              <a:t> Hero Section </a:t>
            </a:r>
            <a:r>
              <a:rPr kumimoji="0" lang="en-US" altLang="en-US" sz="2000" b="0" i="0" u="none" strike="noStrike" cap="none" normalizeH="0" baseline="0" dirty="0" err="1">
                <a:ln>
                  <a:noFill/>
                </a:ln>
                <a:solidFill>
                  <a:schemeClr val="bg1"/>
                </a:solidFill>
                <a:effectLst/>
                <a:latin typeface="Arial" panose="020B0604020202020204" pitchFamily="34" charset="0"/>
              </a:rPr>
              <a:t>ấn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tượng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bố</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cục</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dạng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lưới</a:t>
            </a:r>
            <a:r>
              <a:rPr kumimoji="0" lang="en-US" altLang="en-US" sz="2000" b="0" i="0" u="none" strike="noStrike" cap="none" normalizeH="0" baseline="0" dirty="0">
                <a:ln>
                  <a:noFill/>
                </a:ln>
                <a:solidFill>
                  <a:schemeClr val="bg1"/>
                </a:solidFill>
                <a:effectLst/>
                <a:latin typeface="Arial" panose="020B0604020202020204" pitchFamily="34" charset="0"/>
              </a:rPr>
              <a:t> (Grid system) khoa </a:t>
            </a:r>
            <a:r>
              <a:rPr kumimoji="0" lang="en-US" altLang="en-US" sz="2000" b="0" i="0" u="none" strike="noStrike" cap="none" normalizeH="0" baseline="0" dirty="0" err="1">
                <a:ln>
                  <a:noFill/>
                </a:ln>
                <a:solidFill>
                  <a:schemeClr val="bg1"/>
                </a:solidFill>
                <a:effectLst/>
                <a:latin typeface="Arial" panose="020B0604020202020204" pitchFamily="34" charset="0"/>
              </a:rPr>
              <a:t>học</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giúp</a:t>
            </a:r>
            <a:r>
              <a:rPr kumimoji="0" lang="en-US" altLang="en-US" sz="2000" b="0" i="0" u="none" strike="noStrike" cap="none" normalizeH="0" baseline="0" dirty="0">
                <a:ln>
                  <a:noFill/>
                </a:ln>
                <a:solidFill>
                  <a:schemeClr val="bg1"/>
                </a:solidFill>
                <a:effectLst/>
                <a:latin typeface="Arial" panose="020B0604020202020204" pitchFamily="34" charset="0"/>
              </a:rPr>
              <a:t> bao </a:t>
            </a:r>
            <a:r>
              <a:rPr kumimoji="0" lang="en-US" altLang="en-US" sz="2000" b="0" i="0" u="none" strike="noStrike" cap="none" normalizeH="0" baseline="0" dirty="0" err="1">
                <a:ln>
                  <a:noFill/>
                </a:ln>
                <a:solidFill>
                  <a:schemeClr val="bg1"/>
                </a:solidFill>
                <a:effectLst/>
                <a:latin typeface="Arial" panose="020B0604020202020204" pitchFamily="34" charset="0"/>
              </a:rPr>
              <a:t>quát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thông</a:t>
            </a:r>
            <a:r>
              <a:rPr kumimoji="0" lang="en-US" altLang="en-US" sz="2000" b="0" i="0" u="none" strike="noStrike" cap="none" normalizeH="0" baseline="0" dirty="0">
                <a:ln>
                  <a:noFill/>
                </a:ln>
                <a:solidFill>
                  <a:schemeClr val="bg1"/>
                </a:solidFill>
                <a:effectLst/>
                <a:latin typeface="Arial" panose="020B0604020202020204" pitchFamily="34" charset="0"/>
              </a:rPr>
              <a:t> tin.</a:t>
            </a:r>
          </a:p>
          <a:p>
            <a:pPr marL="0" marR="0" lvl="0" indent="0" algn="just" defTabSz="914400" rtl="0" eaLnBrk="0" fontAlgn="base" latinLnBrk="0" hangingPunct="0">
              <a:lnSpc>
                <a:spcPct val="130000"/>
              </a:lnSpc>
              <a:spcBef>
                <a:spcPct val="0"/>
              </a:spcBef>
              <a:spcAft>
                <a:spcPct val="0"/>
              </a:spcAft>
              <a:buClrTx/>
              <a:buSzTx/>
              <a:buFontTx/>
              <a:buNone/>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233363" marR="0" lvl="0" indent="334963" algn="just" defTabSz="914400" rtl="0" eaLnBrk="0" fontAlgn="base" latinLnBrk="0" hangingPunct="0">
              <a:lnSpc>
                <a:spcPct val="13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bg1"/>
                </a:solidFill>
                <a:effectLst/>
                <a:latin typeface="Arial" panose="020B0604020202020204" pitchFamily="34" charset="0"/>
              </a:rPr>
              <a:t>Trang chi </a:t>
            </a:r>
            <a:r>
              <a:rPr kumimoji="0" lang="en-US" altLang="en-US" sz="2000" b="1" i="0" u="none" strike="noStrike" cap="none" normalizeH="0" baseline="0" dirty="0" err="1">
                <a:ln>
                  <a:noFill/>
                </a:ln>
                <a:solidFill>
                  <a:schemeClr val="bg1"/>
                </a:solidFill>
                <a:effectLst/>
                <a:latin typeface="Arial" panose="020B0604020202020204" pitchFamily="34" charset="0"/>
              </a:rPr>
              <a:t>tiết</a:t>
            </a:r>
            <a:r>
              <a:rPr kumimoji="0" lang="en-US" altLang="en-US" sz="2000" b="1" i="0" u="none" strike="noStrike" cap="none" normalizeH="0" baseline="0" dirty="0">
                <a:ln>
                  <a:noFill/>
                </a:ln>
                <a:solidFill>
                  <a:schemeClr val="bg1"/>
                </a:solidFill>
                <a:effectLst/>
                <a:latin typeface="Arial" panose="020B0604020202020204" pitchFamily="34" charset="0"/>
              </a:rPr>
              <a: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Tích</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hợp</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đa</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phương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tiện</a:t>
            </a:r>
            <a:r>
              <a:rPr kumimoji="0" lang="en-US" altLang="en-US" sz="2000" b="0" i="0" u="none" strike="noStrike" cap="none" normalizeH="0" baseline="0" dirty="0">
                <a:ln>
                  <a:noFill/>
                </a:ln>
                <a:solidFill>
                  <a:schemeClr val="bg1"/>
                </a:solidFill>
                <a:effectLst/>
                <a:latin typeface="Arial" panose="020B0604020202020204" pitchFamily="34" charset="0"/>
              </a:rPr>
              <a:t> (Gallery </a:t>
            </a:r>
            <a:r>
              <a:rPr kumimoji="0" lang="en-US" altLang="en-US" sz="2000" b="0" i="0" u="none" strike="noStrike" cap="none" normalizeH="0" baseline="0" dirty="0" err="1">
                <a:ln>
                  <a:noFill/>
                </a:ln>
                <a:solidFill>
                  <a:schemeClr val="bg1"/>
                </a:solidFill>
                <a:effectLst/>
                <a:latin typeface="Arial" panose="020B0604020202020204" pitchFamily="34" charset="0"/>
              </a:rPr>
              <a:t>ảnh</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bảng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giá</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bản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đồ</a:t>
            </a:r>
            <a:r>
              <a:rPr kumimoji="0" lang="en-US" altLang="en-US" sz="2000" b="0" i="0" u="none" strike="noStrike" cap="none" normalizeH="0" baseline="0" dirty="0">
                <a:ln>
                  <a:noFill/>
                </a:ln>
                <a:solidFill>
                  <a:schemeClr val="bg1"/>
                </a:solidFill>
                <a:effectLst/>
                <a:latin typeface="Arial" panose="020B0604020202020204" pitchFamily="34" charset="0"/>
              </a:rPr>
              <a:t> Google Maps, </a:t>
            </a:r>
            <a:r>
              <a:rPr kumimoji="0" lang="en-US" altLang="en-US" sz="2000" b="0" i="0" u="none" strike="noStrike" cap="none" normalizeH="0" baseline="0" dirty="0" err="1">
                <a:ln>
                  <a:noFill/>
                </a:ln>
                <a:solidFill>
                  <a:schemeClr val="bg1"/>
                </a:solidFill>
                <a:effectLst/>
                <a:latin typeface="Arial" panose="020B0604020202020204" pitchFamily="34" charset="0"/>
              </a:rPr>
              <a:t>đánh</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giá</a:t>
            </a:r>
            <a:r>
              <a:rPr kumimoji="0" lang="en-US" altLang="en-US" sz="2000" b="0" i="0" u="none" strike="noStrike" cap="none" normalizeH="0" baseline="0" dirty="0">
                <a:ln>
                  <a:noFill/>
                </a:ln>
                <a:solidFill>
                  <a:schemeClr val="bg1"/>
                </a:solidFill>
                <a:effectLst/>
                <a:latin typeface="Arial" panose="020B0604020202020204" pitchFamily="34" charset="0"/>
              </a:rPr>
              <a:t> du </a:t>
            </a:r>
            <a:r>
              <a:rPr kumimoji="0" lang="en-US" altLang="en-US" sz="2000" b="0" i="0" u="none" strike="noStrike" cap="none" normalizeH="0" baseline="0" dirty="0" err="1">
                <a:ln>
                  <a:noFill/>
                </a:ln>
                <a:solidFill>
                  <a:schemeClr val="bg1"/>
                </a:solidFill>
                <a:effectLst/>
                <a:latin typeface="Arial" panose="020B0604020202020204" pitchFamily="34" charset="0"/>
              </a:rPr>
              <a:t>khách</a:t>
            </a:r>
            <a:r>
              <a:rPr kumimoji="0" lang="en-US" altLang="en-US" sz="2000" b="0" i="0" u="none" strike="noStrike" cap="none" normalizeH="0" baseline="0" dirty="0">
                <a:ln>
                  <a:noFill/>
                </a:ln>
                <a:solidFill>
                  <a:schemeClr val="bg1"/>
                </a:solidFill>
                <a:effectLst/>
                <a:latin typeface="Arial" panose="020B0604020202020204" pitchFamily="34" charset="0"/>
              </a:rPr>
              <a:t>).</a:t>
            </a:r>
          </a:p>
          <a:p>
            <a:pPr marL="233363" marR="0" lvl="0" indent="334963" algn="just" defTabSz="914400" rtl="0" eaLnBrk="0" fontAlgn="base" latinLnBrk="0" hangingPunct="0">
              <a:lnSpc>
                <a:spcPct val="13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err="1">
                <a:ln>
                  <a:noFill/>
                </a:ln>
                <a:solidFill>
                  <a:schemeClr val="bg1"/>
                </a:solidFill>
                <a:effectLst/>
                <a:latin typeface="Arial" panose="020B0604020202020204" pitchFamily="34" charset="0"/>
              </a:rPr>
              <a:t>Trải</a:t>
            </a:r>
            <a:r>
              <a:rPr kumimoji="0" lang="en-US" altLang="en-US" sz="2000" b="1" i="0" u="none" strike="noStrike" cap="none" normalizeH="0" baseline="0" dirty="0">
                <a:ln>
                  <a:noFill/>
                </a:ln>
                <a:solidFill>
                  <a:schemeClr val="bg1"/>
                </a:solidFill>
                <a:effectLst/>
                <a:latin typeface="Arial" panose="020B0604020202020204" pitchFamily="34" charset="0"/>
              </a:rPr>
              <a:t> </a:t>
            </a:r>
            <a:r>
              <a:rPr kumimoji="0" lang="en-US" altLang="en-US" sz="2000" b="1" i="0" u="none" strike="noStrike" cap="none" normalizeH="0" baseline="0" dirty="0" err="1">
                <a:ln>
                  <a:noFill/>
                </a:ln>
                <a:solidFill>
                  <a:schemeClr val="bg1"/>
                </a:solidFill>
                <a:effectLst/>
                <a:latin typeface="Arial" panose="020B0604020202020204" pitchFamily="34" charset="0"/>
              </a:rPr>
              <a:t>nghiệm</a:t>
            </a:r>
            <a:r>
              <a:rPr kumimoji="0" lang="en-US" altLang="en-US" sz="2000" b="1" i="0" u="none" strike="noStrike" cap="none" normalizeH="0" baseline="0" dirty="0">
                <a:ln>
                  <a:noFill/>
                </a:ln>
                <a:solidFill>
                  <a:schemeClr val="bg1"/>
                </a:solidFill>
                <a:effectLst/>
                <a:latin typeface="Arial" panose="020B0604020202020204" pitchFamily="34" charset="0"/>
              </a:rPr>
              <a: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Chuyển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trang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mượt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mà</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nhờ</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kiến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trúc</a:t>
            </a:r>
            <a:r>
              <a:rPr kumimoji="0" lang="en-US" altLang="en-US" sz="2000" b="0" i="0" u="none" strike="noStrike" cap="none" normalizeH="0" baseline="0" dirty="0">
                <a:ln>
                  <a:noFill/>
                </a:ln>
                <a:solidFill>
                  <a:schemeClr val="bg1"/>
                </a:solidFill>
                <a:effectLst/>
                <a:latin typeface="Arial" panose="020B0604020202020204" pitchFamily="34" charset="0"/>
              </a:rPr>
              <a:t> Single Page Application (SPA)</a:t>
            </a:r>
          </a:p>
        </p:txBody>
      </p:sp>
      <p:sp>
        <p:nvSpPr>
          <p:cNvPr id="6" name="文本框 6">
            <a:extLst>
              <a:ext uri="{FF2B5EF4-FFF2-40B4-BE49-F238E27FC236}">
                <a16:creationId xmlns:a16="http://schemas.microsoft.com/office/drawing/2014/main" id="{1E635C54-5D07-1B9C-A60A-6A7051F534E0}"/>
              </a:ext>
            </a:extLst>
          </p:cNvPr>
          <p:cNvSpPr txBox="1"/>
          <p:nvPr/>
        </p:nvSpPr>
        <p:spPr>
          <a:xfrm>
            <a:off x="1815558" y="1283803"/>
            <a:ext cx="8520244" cy="822960"/>
          </a:xfrm>
          <a:prstGeom prst="rect">
            <a:avLst/>
          </a:prstGeom>
          <a:noFill/>
        </p:spPr>
        <p:txBody>
          <a:bodyPr wrap="square" rtlCol="0" anchor="ctr">
            <a:noAutofit/>
          </a:bodyPr>
          <a:lstStyle/>
          <a:p>
            <a:pPr algn="ctr"/>
            <a:r>
              <a:rPr lang="en-US" altLang="zh-CN" sz="2400" b="1" dirty="0">
                <a:solidFill>
                  <a:srgbClr val="002060"/>
                </a:solidFill>
                <a:latin typeface="Arial" panose="020B0604020202020204" pitchFamily="34" charset="0"/>
                <a:ea typeface="Noto Sans"/>
                <a:cs typeface="Arial" panose="020B0604020202020204" pitchFamily="34" charset="0"/>
              </a:rPr>
              <a:t>Giao </a:t>
            </a:r>
            <a:r>
              <a:rPr lang="en-US" altLang="zh-CN" sz="2400" b="1" dirty="0" err="1">
                <a:solidFill>
                  <a:srgbClr val="002060"/>
                </a:solidFill>
                <a:latin typeface="Arial" panose="020B0604020202020204" pitchFamily="34" charset="0"/>
                <a:ea typeface="Noto Sans"/>
                <a:cs typeface="Arial" panose="020B0604020202020204" pitchFamily="34" charset="0"/>
              </a:rPr>
              <a:t>Diện</a:t>
            </a:r>
            <a:r>
              <a:rPr lang="en-US" altLang="zh-CN" sz="2400" b="1" dirty="0">
                <a:solidFill>
                  <a:srgbClr val="002060"/>
                </a:solidFill>
                <a:latin typeface="Arial" panose="020B0604020202020204" pitchFamily="34" charset="0"/>
                <a:ea typeface="Noto Sans"/>
                <a:cs typeface="Arial" panose="020B0604020202020204" pitchFamily="34" charset="0"/>
              </a:rPr>
              <a:t> </a:t>
            </a:r>
            <a:r>
              <a:rPr lang="en-US" altLang="zh-CN" sz="2400" b="1" dirty="0" err="1">
                <a:solidFill>
                  <a:srgbClr val="002060"/>
                </a:solidFill>
                <a:latin typeface="Arial" panose="020B0604020202020204" pitchFamily="34" charset="0"/>
                <a:ea typeface="Noto Sans"/>
                <a:cs typeface="Arial" panose="020B0604020202020204" pitchFamily="34" charset="0"/>
              </a:rPr>
              <a:t>Người</a:t>
            </a:r>
            <a:r>
              <a:rPr lang="en-US" altLang="zh-CN" sz="2400" b="1" dirty="0">
                <a:solidFill>
                  <a:srgbClr val="002060"/>
                </a:solidFill>
                <a:latin typeface="Arial" panose="020B0604020202020204" pitchFamily="34" charset="0"/>
                <a:ea typeface="Noto Sans"/>
                <a:cs typeface="Arial" panose="020B0604020202020204" pitchFamily="34" charset="0"/>
              </a:rPr>
              <a:t> </a:t>
            </a:r>
            <a:r>
              <a:rPr lang="en-US" altLang="zh-CN" sz="2400" b="1" dirty="0" err="1">
                <a:solidFill>
                  <a:srgbClr val="002060"/>
                </a:solidFill>
                <a:latin typeface="Arial" panose="020B0604020202020204" pitchFamily="34" charset="0"/>
                <a:ea typeface="Noto Sans"/>
                <a:cs typeface="Arial" panose="020B0604020202020204" pitchFamily="34" charset="0"/>
              </a:rPr>
              <a:t>Dùng</a:t>
            </a:r>
            <a:endParaRPr lang="zh-CN" altLang="en-US" sz="24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2931957"/>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6FF84-BDF1-5888-F9EC-2D8E82F28A91}"/>
            </a:ext>
          </a:extLst>
        </p:cNvPr>
        <p:cNvGrpSpPr/>
        <p:nvPr/>
      </p:nvGrpSpPr>
      <p:grpSpPr>
        <a:xfrm>
          <a:off x="0" y="0"/>
          <a:ext cx="0" cy="0"/>
          <a:chOff x="0" y="0"/>
          <a:chExt cx="0" cy="0"/>
        </a:xfrm>
      </p:grpSpPr>
      <p:sp>
        <p:nvSpPr>
          <p:cNvPr id="9" name="矩形 1">
            <a:extLst>
              <a:ext uri="{FF2B5EF4-FFF2-40B4-BE49-F238E27FC236}">
                <a16:creationId xmlns:a16="http://schemas.microsoft.com/office/drawing/2014/main" id="{42F9A841-6714-0852-5851-95555D5E0958}"/>
              </a:ext>
            </a:extLst>
          </p:cNvPr>
          <p:cNvSpPr/>
          <p:nvPr/>
        </p:nvSpPr>
        <p:spPr>
          <a:xfrm>
            <a:off x="274320" y="1280159"/>
            <a:ext cx="11602720" cy="538382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sp>
        <p:nvSpPr>
          <p:cNvPr id="3" name="矩形 2">
            <a:extLst>
              <a:ext uri="{FF2B5EF4-FFF2-40B4-BE49-F238E27FC236}">
                <a16:creationId xmlns:a16="http://schemas.microsoft.com/office/drawing/2014/main" id="{A879F966-6CF9-6DBF-7C29-BE4B76BB7487}"/>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305509B1-ECFD-931E-B52D-A8164164EC94}"/>
              </a:ext>
            </a:extLst>
          </p:cNvPr>
          <p:cNvSpPr txBox="1"/>
          <p:nvPr/>
        </p:nvSpPr>
        <p:spPr>
          <a:xfrm>
            <a:off x="867596" y="-3623"/>
            <a:ext cx="8520244" cy="822960"/>
          </a:xfrm>
          <a:prstGeom prst="rect">
            <a:avLst/>
          </a:prstGeom>
          <a:noFill/>
        </p:spPr>
        <p:txBody>
          <a:bodyPr wrap="square" rtlCol="0" anchor="ctr">
            <a:noAutofit/>
          </a:bodyPr>
          <a:lstStyle/>
          <a:p>
            <a:r>
              <a:rPr lang="en-US" altLang="zh-CN" sz="2400" b="1" dirty="0">
                <a:latin typeface="Arial" panose="020B0604020202020204" pitchFamily="34" charset="0"/>
                <a:ea typeface="Noto Sans"/>
                <a:cs typeface="Arial" panose="020B0604020202020204" pitchFamily="34" charset="0"/>
              </a:rPr>
              <a:t>KẾT QUẢ ĐẠT ĐƯỢC</a:t>
            </a:r>
            <a:endParaRPr lang="zh-CN" altLang="en-US" sz="24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14A2708-A793-BB5A-7571-255508C079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5DC7A017-3DD0-D48D-559E-766F592593D1}"/>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74105B69-0A77-B0C7-C031-D1C6EEF7A69B}"/>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6">
            <a:extLst>
              <a:ext uri="{FF2B5EF4-FFF2-40B4-BE49-F238E27FC236}">
                <a16:creationId xmlns:a16="http://schemas.microsoft.com/office/drawing/2014/main" id="{EA75A03F-24BE-645C-AB81-EC5BA0A41F8E}"/>
              </a:ext>
            </a:extLst>
          </p:cNvPr>
          <p:cNvSpPr txBox="1"/>
          <p:nvPr/>
        </p:nvSpPr>
        <p:spPr>
          <a:xfrm>
            <a:off x="1815558" y="1283803"/>
            <a:ext cx="8520244" cy="822960"/>
          </a:xfrm>
          <a:prstGeom prst="rect">
            <a:avLst/>
          </a:prstGeom>
          <a:noFill/>
        </p:spPr>
        <p:txBody>
          <a:bodyPr wrap="square" rtlCol="0" anchor="ctr">
            <a:noAutofit/>
          </a:bodyPr>
          <a:lstStyle/>
          <a:p>
            <a:pPr algn="ctr"/>
            <a:r>
              <a:rPr lang="en-US" altLang="zh-CN" sz="2400" b="1" dirty="0">
                <a:solidFill>
                  <a:srgbClr val="002060"/>
                </a:solidFill>
                <a:latin typeface="Arial" panose="020B0604020202020204" pitchFamily="34" charset="0"/>
                <a:ea typeface="Noto Sans"/>
                <a:cs typeface="Arial" panose="020B0604020202020204" pitchFamily="34" charset="0"/>
              </a:rPr>
              <a:t>Giao </a:t>
            </a:r>
            <a:r>
              <a:rPr lang="en-US" altLang="zh-CN" sz="2400" b="1" dirty="0" err="1">
                <a:solidFill>
                  <a:srgbClr val="002060"/>
                </a:solidFill>
                <a:latin typeface="Arial" panose="020B0604020202020204" pitchFamily="34" charset="0"/>
                <a:ea typeface="Noto Sans"/>
                <a:cs typeface="Arial" panose="020B0604020202020204" pitchFamily="34" charset="0"/>
              </a:rPr>
              <a:t>Diện</a:t>
            </a:r>
            <a:r>
              <a:rPr lang="en-US" altLang="zh-CN" sz="2400" b="1" dirty="0">
                <a:solidFill>
                  <a:srgbClr val="002060"/>
                </a:solidFill>
                <a:latin typeface="Arial" panose="020B0604020202020204" pitchFamily="34" charset="0"/>
                <a:ea typeface="Noto Sans"/>
                <a:cs typeface="Arial" panose="020B0604020202020204" pitchFamily="34" charset="0"/>
              </a:rPr>
              <a:t> Quản </a:t>
            </a:r>
            <a:r>
              <a:rPr lang="en-US" altLang="zh-CN" sz="2400" b="1" dirty="0" err="1">
                <a:solidFill>
                  <a:srgbClr val="002060"/>
                </a:solidFill>
                <a:latin typeface="Arial" panose="020B0604020202020204" pitchFamily="34" charset="0"/>
                <a:ea typeface="Noto Sans"/>
                <a:cs typeface="Arial" panose="020B0604020202020204" pitchFamily="34" charset="0"/>
              </a:rPr>
              <a:t>trị</a:t>
            </a:r>
            <a:endParaRPr lang="zh-CN" altLang="en-US" sz="2400" b="1" dirty="0">
              <a:solidFill>
                <a:srgbClr val="00206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5693AC4-6BB8-3E49-6561-07727B61E005}"/>
              </a:ext>
            </a:extLst>
          </p:cNvPr>
          <p:cNvPicPr>
            <a:picLocks noChangeAspect="1"/>
          </p:cNvPicPr>
          <p:nvPr/>
        </p:nvPicPr>
        <p:blipFill>
          <a:blip r:embed="rId4" cstate="print">
            <a:extLst>
              <a:ext uri="{28A0092B-C50C-407E-A947-70E740481C1C}">
                <a14:useLocalDpi xmlns:a14="http://schemas.microsoft.com/office/drawing/2010/main" val="0"/>
              </a:ext>
            </a:extLst>
          </a:blip>
          <a:srcRect l="5822" r="5815"/>
          <a:stretch>
            <a:fillRect/>
          </a:stretch>
        </p:blipFill>
        <p:spPr>
          <a:xfrm>
            <a:off x="418558" y="2305188"/>
            <a:ext cx="6443582" cy="3476984"/>
          </a:xfrm>
          <a:prstGeom prst="rect">
            <a:avLst/>
          </a:prstGeom>
        </p:spPr>
      </p:pic>
      <p:sp>
        <p:nvSpPr>
          <p:cNvPr id="11" name="Rectangle 2">
            <a:extLst>
              <a:ext uri="{FF2B5EF4-FFF2-40B4-BE49-F238E27FC236}">
                <a16:creationId xmlns:a16="http://schemas.microsoft.com/office/drawing/2014/main" id="{7A557CF8-0245-C698-368D-C41EE750FA6D}"/>
              </a:ext>
            </a:extLst>
          </p:cNvPr>
          <p:cNvSpPr>
            <a:spLocks noChangeArrowheads="1"/>
          </p:cNvSpPr>
          <p:nvPr/>
        </p:nvSpPr>
        <p:spPr bwMode="auto">
          <a:xfrm>
            <a:off x="7006378" y="2546327"/>
            <a:ext cx="4793068" cy="2851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346075" algn="just" defTabSz="914400" rtl="0" eaLnBrk="0" fontAlgn="base" latinLnBrk="0" hangingPunct="0">
              <a:lnSpc>
                <a:spcPct val="13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bg1"/>
                </a:solidFill>
                <a:effectLst/>
                <a:latin typeface="Arial" panose="020B0604020202020204" pitchFamily="34" charset="0"/>
              </a:rPr>
              <a:t>Admin Dashboard:</a:t>
            </a:r>
            <a:r>
              <a:rPr kumimoji="0" lang="en-US" altLang="en-US" sz="2000" b="0" i="0" u="none" strike="noStrike" cap="none" normalizeH="0" baseline="0" dirty="0">
                <a:ln>
                  <a:noFill/>
                </a:ln>
                <a:solidFill>
                  <a:schemeClr val="bg1"/>
                </a:solidFill>
                <a:effectLst/>
                <a:latin typeface="Arial" panose="020B0604020202020204" pitchFamily="34" charset="0"/>
              </a:rPr>
              <a:t> Giao </a:t>
            </a:r>
            <a:r>
              <a:rPr kumimoji="0" lang="en-US" altLang="en-US" sz="2000" b="0" i="0" u="none" strike="noStrike" cap="none" normalizeH="0" baseline="0" dirty="0" err="1">
                <a:ln>
                  <a:noFill/>
                </a:ln>
                <a:solidFill>
                  <a:schemeClr val="bg1"/>
                </a:solidFill>
                <a:effectLst/>
                <a:latin typeface="Arial" panose="020B0604020202020204" pitchFamily="34" charset="0"/>
              </a:rPr>
              <a:t>diện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điều</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khiển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trực</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quan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dành</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cho</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quản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trị</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viên</a:t>
            </a:r>
            <a:r>
              <a:rPr kumimoji="0" lang="en-US" altLang="en-US" sz="2000" b="0" i="0" u="none" strike="noStrike" cap="none" normalizeH="0" baseline="0" dirty="0">
                <a:ln>
                  <a:noFill/>
                </a:ln>
                <a:solidFill>
                  <a:schemeClr val="bg1"/>
                </a:solidFill>
                <a:effectLst/>
                <a:latin typeface="Arial" panose="020B0604020202020204" pitchFamily="34" charset="0"/>
              </a:rPr>
              <a:t>.</a:t>
            </a:r>
            <a:endParaRPr lang="en-US" altLang="en-US" sz="2000" dirty="0">
              <a:solidFill>
                <a:schemeClr val="bg1"/>
              </a:solidFill>
              <a:latin typeface="Arial" panose="020B0604020202020204" pitchFamily="34" charset="0"/>
            </a:endParaRPr>
          </a:p>
          <a:p>
            <a:pPr marR="0" lvl="0" indent="346075" algn="just" defTabSz="914400" rtl="0" eaLnBrk="0" fontAlgn="base" latinLnBrk="0" hangingPunct="0">
              <a:lnSpc>
                <a:spcPct val="13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R="0" lvl="0" indent="346075" algn="just" defTabSz="914400" rtl="0" eaLnBrk="0" fontAlgn="base" latinLnBrk="0" hangingPunct="0">
              <a:lnSpc>
                <a:spcPct val="13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err="1">
                <a:ln>
                  <a:noFill/>
                </a:ln>
                <a:solidFill>
                  <a:schemeClr val="bg1"/>
                </a:solidFill>
                <a:effectLst/>
                <a:latin typeface="Arial" panose="020B0604020202020204" pitchFamily="34" charset="0"/>
              </a:rPr>
              <a:t>Tính</a:t>
            </a:r>
            <a:r>
              <a:rPr kumimoji="0" lang="en-US" altLang="en-US" sz="2000" b="1" i="0" u="none" strike="noStrike" cap="none" normalizeH="0" baseline="0" dirty="0">
                <a:ln>
                  <a:noFill/>
                </a:ln>
                <a:solidFill>
                  <a:schemeClr val="bg1"/>
                </a:solidFill>
                <a:effectLst/>
                <a:latin typeface="Arial" panose="020B0604020202020204" pitchFamily="34" charset="0"/>
              </a:rPr>
              <a:t> </a:t>
            </a:r>
            <a:r>
              <a:rPr kumimoji="0" lang="en-US" altLang="en-US" sz="2000" b="1" i="0" u="none" strike="noStrike" cap="none" normalizeH="0" baseline="0" dirty="0" err="1">
                <a:ln>
                  <a:noFill/>
                </a:ln>
                <a:solidFill>
                  <a:schemeClr val="bg1"/>
                </a:solidFill>
                <a:effectLst/>
                <a:latin typeface="Arial" panose="020B0604020202020204" pitchFamily="34" charset="0"/>
              </a:rPr>
              <a:t>năng</a:t>
            </a:r>
            <a:r>
              <a:rPr kumimoji="0" lang="en-US" altLang="en-US" sz="2000" b="1" i="0" u="none" strike="noStrike" cap="none" normalizeH="0" baseline="0" dirty="0">
                <a:ln>
                  <a:noFill/>
                </a:ln>
                <a:solidFill>
                  <a:schemeClr val="bg1"/>
                </a:solidFill>
                <a:effectLst/>
                <a:latin typeface="Arial" panose="020B0604020202020204" pitchFamily="34" charset="0"/>
              </a:rPr>
              <a:t> CRUD:</a:t>
            </a:r>
            <a:r>
              <a:rPr kumimoji="0" lang="en-US" altLang="en-US" sz="2000" b="0" i="0" u="none" strike="noStrike" cap="none" normalizeH="0" baseline="0" dirty="0">
                <a:ln>
                  <a:noFill/>
                </a:ln>
                <a:solidFill>
                  <a:schemeClr val="bg1"/>
                </a:solidFill>
                <a:effectLst/>
                <a:latin typeface="Arial" panose="020B0604020202020204" pitchFamily="34" charset="0"/>
              </a:rPr>
              <a:t> Cho </a:t>
            </a:r>
            <a:r>
              <a:rPr kumimoji="0" lang="en-US" altLang="en-US" sz="2000" b="0" i="0" u="none" strike="noStrike" cap="none" normalizeH="0" baseline="0" dirty="0" err="1">
                <a:ln>
                  <a:noFill/>
                </a:ln>
                <a:solidFill>
                  <a:schemeClr val="bg1"/>
                </a:solidFill>
                <a:effectLst/>
                <a:latin typeface="Arial" panose="020B0604020202020204" pitchFamily="34" charset="0"/>
              </a:rPr>
              <a:t>phép</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thêm</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sửa</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xóa</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các</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điểm</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đến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và</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bài</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viết</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dễ</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dàng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mà</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không</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cần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kiến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thức</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lập</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trình</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chuyên</a:t>
            </a:r>
            <a:r>
              <a:rPr kumimoji="0" lang="en-US" altLang="en-US" sz="2000" b="0" i="0" u="none" strike="noStrike" cap="none" normalizeH="0" baseline="0" dirty="0">
                <a:ln>
                  <a:noFill/>
                </a:ln>
                <a:solidFill>
                  <a:schemeClr val="bg1"/>
                </a:solidFill>
                <a:effectLst/>
                <a:latin typeface="Arial" panose="020B0604020202020204" pitchFamily="34" charset="0"/>
              </a:rPr>
              <a:t> </a:t>
            </a:r>
            <a:r>
              <a:rPr kumimoji="0" lang="en-US" altLang="en-US" sz="2000" b="0" i="0" u="none" strike="noStrike" cap="none" normalizeH="0" baseline="0" dirty="0" err="1">
                <a:ln>
                  <a:noFill/>
                </a:ln>
                <a:solidFill>
                  <a:schemeClr val="bg1"/>
                </a:solidFill>
                <a:effectLst/>
                <a:latin typeface="Arial" panose="020B0604020202020204" pitchFamily="34" charset="0"/>
              </a:rPr>
              <a:t>sâu</a:t>
            </a:r>
            <a:endParaRPr kumimoji="0" lang="en-US" altLang="en-US" sz="20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185541673"/>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F433F-0735-CD85-67AE-A61A273D595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D744CD3-60F4-FE16-5917-FECA17DC682C}"/>
              </a:ext>
            </a:extLst>
          </p:cNvPr>
          <p:cNvSpPr txBox="1"/>
          <p:nvPr/>
        </p:nvSpPr>
        <p:spPr>
          <a:xfrm>
            <a:off x="69784" y="2517413"/>
            <a:ext cx="487680" cy="1956547"/>
          </a:xfrm>
          <a:prstGeom prst="rect">
            <a:avLst/>
          </a:prstGeom>
          <a:noFill/>
        </p:spPr>
        <p:txBody>
          <a:bodyPr vert="vert" wrap="square" rtlCol="0">
            <a:normAutofit/>
          </a:bodyPr>
          <a:lstStyle/>
          <a:p>
            <a:pPr algn="dist"/>
            <a:r>
              <a:rPr lang="vi-VN" altLang="vi-VN" sz="2000" b="1" dirty="0">
                <a:latin typeface="Noto Sans"/>
                <a:ea typeface="Noto Sans"/>
              </a:rPr>
              <a:t>VIỆC KINH</a:t>
            </a:r>
            <a:endParaRPr lang="zh-CN" altLang="en-US" sz="2000" b="1" dirty="0"/>
          </a:p>
        </p:txBody>
      </p:sp>
      <p:sp>
        <p:nvSpPr>
          <p:cNvPr id="3" name="矩形 2">
            <a:extLst>
              <a:ext uri="{FF2B5EF4-FFF2-40B4-BE49-F238E27FC236}">
                <a16:creationId xmlns:a16="http://schemas.microsoft.com/office/drawing/2014/main" id="{472F2C2E-1C6C-BE45-D57A-87412A72D535}"/>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C6C00725-0EAF-B3EA-9DEA-D40A8E00429D}"/>
              </a:ext>
            </a:extLst>
          </p:cNvPr>
          <p:cNvSpPr txBox="1"/>
          <p:nvPr/>
        </p:nvSpPr>
        <p:spPr>
          <a:xfrm>
            <a:off x="837116" y="-3623"/>
            <a:ext cx="8520244" cy="822960"/>
          </a:xfrm>
          <a:prstGeom prst="rect">
            <a:avLst/>
          </a:prstGeom>
          <a:noFill/>
        </p:spPr>
        <p:txBody>
          <a:bodyPr wrap="square" rtlCol="0" anchor="ctr">
            <a:noAutofit/>
          </a:bodyPr>
          <a:lstStyle/>
          <a:p>
            <a:r>
              <a:rPr lang="en-US" altLang="zh-CN" sz="3500" b="1" dirty="0">
                <a:latin typeface="Arial" panose="020B0604020202020204" pitchFamily="34" charset="0"/>
                <a:ea typeface="Noto Sans"/>
                <a:cs typeface="Arial" panose="020B0604020202020204" pitchFamily="34" charset="0"/>
              </a:rPr>
              <a:t>KẾT LUẬN VÀ HẠN CHẾ</a:t>
            </a:r>
            <a:endParaRPr lang="zh-CN" altLang="en-US" sz="35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E75F9F47-6D97-531D-0300-603921218C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2413D8E0-59D8-AEAF-615A-EDDCF6DC555C}"/>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64CAC66D-DA67-30E2-70BF-1024F22010D0}"/>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1">
            <a:extLst>
              <a:ext uri="{FF2B5EF4-FFF2-40B4-BE49-F238E27FC236}">
                <a16:creationId xmlns:a16="http://schemas.microsoft.com/office/drawing/2014/main" id="{AEDC8059-7456-CE46-4EF5-3F89068C1291}"/>
              </a:ext>
            </a:extLst>
          </p:cNvPr>
          <p:cNvSpPr/>
          <p:nvPr/>
        </p:nvSpPr>
        <p:spPr>
          <a:xfrm>
            <a:off x="1210670" y="2163902"/>
            <a:ext cx="4356858" cy="330461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t" anchorCtr="0" forceAA="0" compatLnSpc="1">
            <a:noAutofit/>
          </a:bodyPr>
          <a:lstStyle/>
          <a:p>
            <a:pPr algn="just">
              <a:lnSpc>
                <a:spcPct val="130000"/>
              </a:lnSpc>
            </a:pPr>
            <a:r>
              <a:rPr lang="vi-VN" sz="2000" dirty="0">
                <a:latin typeface="Arial" panose="020B0604020202020204" pitchFamily="34" charset="0"/>
                <a:cs typeface="Arial" panose="020B0604020202020204" pitchFamily="34" charset="0"/>
              </a:rPr>
              <a:t>Đề tài đã hoàn thành trọn vẹn mục tiêu, khẳng định tính ưu việt của MERN Stack trong việc xây dựng ứng dụng web hiện đại</a:t>
            </a:r>
            <a:endParaRPr lang="vi-VN" sz="2000" dirty="0">
              <a:effectLst/>
              <a:latin typeface="Arial" panose="020B0604020202020204" pitchFamily="34" charset="0"/>
              <a:cs typeface="Arial" panose="020B0604020202020204" pitchFamily="34" charset="0"/>
            </a:endParaRPr>
          </a:p>
        </p:txBody>
      </p:sp>
      <p:cxnSp>
        <p:nvCxnSpPr>
          <p:cNvPr id="6" name="直接连接符 2820">
            <a:extLst>
              <a:ext uri="{FF2B5EF4-FFF2-40B4-BE49-F238E27FC236}">
                <a16:creationId xmlns:a16="http://schemas.microsoft.com/office/drawing/2014/main" id="{96477E70-A888-4E59-5A6C-E0EAA3A43AF7}"/>
              </a:ext>
            </a:extLst>
          </p:cNvPr>
          <p:cNvCxnSpPr/>
          <p:nvPr/>
        </p:nvCxnSpPr>
        <p:spPr>
          <a:xfrm rot="5400000">
            <a:off x="4310819" y="3544106"/>
            <a:ext cx="3570362" cy="0"/>
          </a:xfrm>
          <a:prstGeom prst="line">
            <a:avLst/>
          </a:prstGeom>
          <a:noFill/>
          <a:ln w="3175" cap="flat" cmpd="sng" algn="ctr">
            <a:solidFill>
              <a:sysClr val="window" lastClr="FFFFFF">
                <a:lumMod val="50000"/>
              </a:sysClr>
            </a:solidFill>
            <a:prstDash val="solid"/>
            <a:miter lim="800000"/>
          </a:ln>
          <a:effectLst/>
        </p:spPr>
      </p:cxnSp>
      <p:sp>
        <p:nvSpPr>
          <p:cNvPr id="7" name="矩形 1">
            <a:extLst>
              <a:ext uri="{FF2B5EF4-FFF2-40B4-BE49-F238E27FC236}">
                <a16:creationId xmlns:a16="http://schemas.microsoft.com/office/drawing/2014/main" id="{D0B43585-F505-D17D-D55C-004537D923C6}"/>
              </a:ext>
            </a:extLst>
          </p:cNvPr>
          <p:cNvSpPr/>
          <p:nvPr/>
        </p:nvSpPr>
        <p:spPr>
          <a:xfrm>
            <a:off x="6644793" y="2163901"/>
            <a:ext cx="5026722" cy="330461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t" anchorCtr="0" forceAA="0" compatLnSpc="1">
            <a:noAutofit/>
          </a:bodyPr>
          <a:lstStyle/>
          <a:p>
            <a:pPr indent="346075" algn="just">
              <a:lnSpc>
                <a:spcPct val="130000"/>
              </a:lnSpc>
              <a:buFont typeface="Wingdings" panose="05000000000000000000" pitchFamily="2" charset="2"/>
              <a:buChar char="q"/>
            </a:pPr>
            <a:r>
              <a:rPr lang="vi-VN" sz="2000" dirty="0">
                <a:latin typeface="Arial" panose="020B0604020202020204" pitchFamily="34" charset="0"/>
                <a:cs typeface="Arial" panose="020B0604020202020204" pitchFamily="34" charset="0"/>
              </a:rPr>
              <a:t>Dữ liệu thực tế chưa phong phú.</a:t>
            </a:r>
          </a:p>
          <a:p>
            <a:pPr indent="346075" algn="just">
              <a:lnSpc>
                <a:spcPct val="130000"/>
              </a:lnSpc>
              <a:buFont typeface="Wingdings" panose="05000000000000000000" pitchFamily="2" charset="2"/>
              <a:buChar char="q"/>
            </a:pPr>
            <a:r>
              <a:rPr lang="vi-VN" sz="2000" dirty="0">
                <a:latin typeface="Arial" panose="020B0604020202020204" pitchFamily="34" charset="0"/>
                <a:cs typeface="Arial" panose="020B0604020202020204" pitchFamily="34" charset="0"/>
              </a:rPr>
              <a:t>Chưa tích hợp các tính năng đặt tour hoặc thanh toán trực tuyến.</a:t>
            </a:r>
          </a:p>
          <a:p>
            <a:pPr indent="346075" algn="just">
              <a:lnSpc>
                <a:spcPct val="130000"/>
              </a:lnSpc>
              <a:buFont typeface="Wingdings" panose="05000000000000000000" pitchFamily="2" charset="2"/>
              <a:buChar char="q"/>
            </a:pPr>
            <a:r>
              <a:rPr lang="vi-VN" sz="2000" dirty="0">
                <a:latin typeface="Arial" panose="020B0604020202020204" pitchFamily="34" charset="0"/>
                <a:cs typeface="Arial" panose="020B0604020202020204" pitchFamily="34" charset="0"/>
              </a:rPr>
              <a:t>Bảo mật JWT ở mức cơ bản.</a:t>
            </a:r>
            <a:endParaRPr lang="vi-VN" sz="2000" dirty="0">
              <a:effectLst/>
              <a:latin typeface="Arial" panose="020B0604020202020204" pitchFamily="34" charset="0"/>
              <a:cs typeface="Arial" panose="020B0604020202020204" pitchFamily="34" charset="0"/>
            </a:endParaRPr>
          </a:p>
        </p:txBody>
      </p:sp>
      <p:sp>
        <p:nvSpPr>
          <p:cNvPr id="10" name="11 Rectángulo">
            <a:extLst>
              <a:ext uri="{FF2B5EF4-FFF2-40B4-BE49-F238E27FC236}">
                <a16:creationId xmlns:a16="http://schemas.microsoft.com/office/drawing/2014/main" id="{C91E5701-57AC-4D06-4068-FB053ACE76C7}"/>
              </a:ext>
            </a:extLst>
          </p:cNvPr>
          <p:cNvSpPr/>
          <p:nvPr/>
        </p:nvSpPr>
        <p:spPr>
          <a:xfrm>
            <a:off x="1210668" y="1647166"/>
            <a:ext cx="4356857" cy="516738"/>
          </a:xfrm>
          <a:prstGeom prst="rect">
            <a:avLst/>
          </a:prstGeom>
          <a:solidFill>
            <a:srgbClr val="5685B6"/>
          </a:solidFill>
          <a:ln w="19050" cap="flat" cmpd="sng" algn="ctr">
            <a:noFill/>
            <a:prstDash val="solid"/>
            <a:miter lim="800000"/>
          </a:ln>
          <a:effectLst/>
        </p:spPr>
        <p:txBody>
          <a:bodyPr anchor="ctr">
            <a:noAutofit/>
          </a:bodyPr>
          <a:lstStyle>
            <a:lvl1pPr eaLnBrk="0" hangingPunct="0">
              <a:defRPr>
                <a:solidFill>
                  <a:sysClr val="windowText" lastClr="000000"/>
                </a:solidFill>
                <a:latin typeface="Arial" panose="020B0604020202020204" pitchFamily="34" charset="0"/>
              </a:defRPr>
            </a:lvl1pPr>
            <a:lvl2pPr marL="742950" indent="-285750" eaLnBrk="0" hangingPunct="0">
              <a:defRPr>
                <a:solidFill>
                  <a:sysClr val="windowText" lastClr="000000"/>
                </a:solidFill>
                <a:latin typeface="Arial" panose="020B0604020202020204" pitchFamily="34" charset="0"/>
              </a:defRPr>
            </a:lvl2pPr>
            <a:lvl3pPr marL="1143000" indent="-228600" eaLnBrk="0" hangingPunct="0">
              <a:defRPr>
                <a:solidFill>
                  <a:sysClr val="windowText" lastClr="000000"/>
                </a:solidFill>
                <a:latin typeface="Arial" panose="020B0604020202020204" pitchFamily="34" charset="0"/>
              </a:defRPr>
            </a:lvl3pPr>
            <a:lvl4pPr marL="1600200" indent="-228600" eaLnBrk="0" hangingPunct="0">
              <a:defRPr>
                <a:solidFill>
                  <a:sysClr val="windowText" lastClr="000000"/>
                </a:solidFill>
                <a:latin typeface="Arial" panose="020B0604020202020204" pitchFamily="34" charset="0"/>
              </a:defRPr>
            </a:lvl4pPr>
            <a:lvl5pPr marL="2057400" indent="-228600" eaLnBrk="0" hangingPunct="0">
              <a:defRPr>
                <a:solidFill>
                  <a:sysClr val="windowText" lastClr="000000"/>
                </a:solidFill>
                <a:latin typeface="Arial" panose="020B0604020202020204" pitchFamily="34" charset="0"/>
              </a:defRPr>
            </a:lvl5pPr>
            <a:lvl6pPr marL="2514600" indent="-228600" eaLnBrk="0" fontAlgn="base" hangingPunct="0">
              <a:spcBef>
                <a:spcPct val="0"/>
              </a:spcBef>
              <a:spcAft>
                <a:spcPct val="0"/>
              </a:spcAft>
              <a:defRPr>
                <a:solidFill>
                  <a:sysClr val="windowText" lastClr="000000"/>
                </a:solidFill>
                <a:latin typeface="Arial" panose="020B0604020202020204" pitchFamily="34" charset="0"/>
              </a:defRPr>
            </a:lvl6pPr>
            <a:lvl7pPr marL="2971800" indent="-228600" eaLnBrk="0" fontAlgn="base" hangingPunct="0">
              <a:spcBef>
                <a:spcPct val="0"/>
              </a:spcBef>
              <a:spcAft>
                <a:spcPct val="0"/>
              </a:spcAft>
              <a:defRPr>
                <a:solidFill>
                  <a:sysClr val="windowText" lastClr="000000"/>
                </a:solidFill>
                <a:latin typeface="Arial" panose="020B0604020202020204" pitchFamily="34" charset="0"/>
              </a:defRPr>
            </a:lvl7pPr>
            <a:lvl8pPr marL="3429000" indent="-228600" eaLnBrk="0" fontAlgn="base" hangingPunct="0">
              <a:spcBef>
                <a:spcPct val="0"/>
              </a:spcBef>
              <a:spcAft>
                <a:spcPct val="0"/>
              </a:spcAft>
              <a:defRPr>
                <a:solidFill>
                  <a:sysClr val="windowText" lastClr="000000"/>
                </a:solidFill>
                <a:latin typeface="Arial" panose="020B0604020202020204" pitchFamily="34" charset="0"/>
              </a:defRPr>
            </a:lvl8pPr>
            <a:lvl9pPr marL="3886200" indent="-228600" eaLnBrk="0" fontAlgn="base" hangingPunct="0">
              <a:spcBef>
                <a:spcPct val="0"/>
              </a:spcBef>
              <a:spcAft>
                <a:spcPct val="0"/>
              </a:spcAft>
              <a:defRPr>
                <a:solidFill>
                  <a:sysClr val="windowText" lastClr="000000"/>
                </a:solidFill>
                <a:latin typeface="Arial" panose="020B0604020202020204" pitchFamily="34" charset="0"/>
              </a:defRPr>
            </a:lvl9pPr>
          </a:lstStyle>
          <a:p>
            <a:pPr lvl="0" algn="ctr" fontAlgn="base">
              <a:spcBef>
                <a:spcPct val="0"/>
              </a:spcBef>
              <a:spcAft>
                <a:spcPct val="0"/>
              </a:spcAft>
              <a:defRPr/>
            </a:pPr>
            <a:r>
              <a:rPr lang="en-US" altLang="zh-CN" sz="3200" kern="0" dirty="0" err="1">
                <a:solidFill>
                  <a:sysClr val="window" lastClr="FFFFFF"/>
                </a:solidFill>
                <a:ea typeface="Noto Sans"/>
                <a:cs typeface="Arial" panose="020B0604020202020204" pitchFamily="34" charset="0"/>
                <a:sym typeface="庞门正道标题体" charset="0"/>
              </a:rPr>
              <a:t>Kết</a:t>
            </a:r>
            <a:r>
              <a:rPr lang="en-US" altLang="zh-CN" sz="3200" kern="0" dirty="0">
                <a:solidFill>
                  <a:sysClr val="window" lastClr="FFFFFF"/>
                </a:solidFill>
                <a:ea typeface="Noto Sans"/>
                <a:cs typeface="Arial" panose="020B0604020202020204" pitchFamily="34" charset="0"/>
                <a:sym typeface="庞门正道标题体" charset="0"/>
              </a:rPr>
              <a:t> </a:t>
            </a:r>
            <a:r>
              <a:rPr lang="en-US" altLang="zh-CN" sz="3200" kern="0" dirty="0" err="1">
                <a:solidFill>
                  <a:sysClr val="window" lastClr="FFFFFF"/>
                </a:solidFill>
                <a:ea typeface="Noto Sans"/>
                <a:cs typeface="Arial" panose="020B0604020202020204" pitchFamily="34" charset="0"/>
                <a:sym typeface="庞门正道标题体" charset="0"/>
              </a:rPr>
              <a:t>luận</a:t>
            </a:r>
            <a:endParaRPr lang="en-US" altLang="zh-CN" sz="3200" kern="0" dirty="0">
              <a:solidFill>
                <a:sysClr val="window" lastClr="FFFFFF"/>
              </a:solidFill>
              <a:ea typeface="微软雅黑"/>
              <a:cs typeface="Arial" panose="020B0604020202020204" pitchFamily="34" charset="0"/>
              <a:sym typeface="庞门正道标题体" charset="0"/>
            </a:endParaRPr>
          </a:p>
        </p:txBody>
      </p:sp>
      <p:sp>
        <p:nvSpPr>
          <p:cNvPr id="11" name="42 Rectángulo">
            <a:extLst>
              <a:ext uri="{FF2B5EF4-FFF2-40B4-BE49-F238E27FC236}">
                <a16:creationId xmlns:a16="http://schemas.microsoft.com/office/drawing/2014/main" id="{A8E0B02F-CCC6-584E-AE8C-C3ED41544B88}"/>
              </a:ext>
            </a:extLst>
          </p:cNvPr>
          <p:cNvSpPr/>
          <p:nvPr/>
        </p:nvSpPr>
        <p:spPr>
          <a:xfrm>
            <a:off x="6644793" y="1647165"/>
            <a:ext cx="5026719" cy="516738"/>
          </a:xfrm>
          <a:prstGeom prst="rect">
            <a:avLst/>
          </a:prstGeom>
          <a:solidFill>
            <a:srgbClr val="44546A"/>
          </a:solidFill>
          <a:ln w="19050" cap="flat" cmpd="sng" algn="ctr">
            <a:noFill/>
            <a:prstDash val="solid"/>
            <a:miter lim="800000"/>
          </a:ln>
          <a:effectLst/>
        </p:spPr>
        <p:txBody>
          <a:bodyPr anchor="ctr">
            <a:noAutofit/>
          </a:bodyPr>
          <a:lstStyle/>
          <a:p>
            <a:pPr lvl="0" algn="ctr" eaLnBrk="0" fontAlgn="base" hangingPunct="0">
              <a:spcBef>
                <a:spcPct val="0"/>
              </a:spcBef>
              <a:spcAft>
                <a:spcPct val="0"/>
              </a:spcAft>
              <a:defRPr/>
            </a:pPr>
            <a:r>
              <a:rPr lang="en-US" altLang="zh-CN" sz="3200" kern="0" dirty="0" err="1">
                <a:solidFill>
                  <a:sysClr val="window" lastClr="FFFFFF"/>
                </a:solidFill>
                <a:latin typeface="Arial" panose="020B0604020202020204" pitchFamily="34" charset="0"/>
                <a:ea typeface="Noto Sans"/>
                <a:cs typeface="Arial" panose="020B0604020202020204" pitchFamily="34" charset="0"/>
                <a:sym typeface="庞门正道标题体" charset="0"/>
              </a:rPr>
              <a:t>Hạn</a:t>
            </a:r>
            <a:r>
              <a:rPr lang="en-US" altLang="zh-CN" sz="3200" kern="0" dirty="0">
                <a:solidFill>
                  <a:sysClr val="window" lastClr="FFFFFF"/>
                </a:solidFill>
                <a:latin typeface="Arial" panose="020B0604020202020204" pitchFamily="34" charset="0"/>
                <a:ea typeface="Noto Sans"/>
                <a:cs typeface="Arial" panose="020B0604020202020204" pitchFamily="34" charset="0"/>
                <a:sym typeface="庞门正道标题体" charset="0"/>
              </a:rPr>
              <a:t> </a:t>
            </a:r>
            <a:r>
              <a:rPr lang="en-US" altLang="zh-CN" sz="3200" kern="0" dirty="0" err="1">
                <a:solidFill>
                  <a:sysClr val="window" lastClr="FFFFFF"/>
                </a:solidFill>
                <a:latin typeface="Arial" panose="020B0604020202020204" pitchFamily="34" charset="0"/>
                <a:ea typeface="Noto Sans"/>
                <a:cs typeface="Arial" panose="020B0604020202020204" pitchFamily="34" charset="0"/>
                <a:sym typeface="庞门正道标题体" charset="0"/>
              </a:rPr>
              <a:t>chế</a:t>
            </a:r>
            <a:endParaRPr lang="en-US" altLang="zh-CN" sz="3200" kern="0" dirty="0">
              <a:solidFill>
                <a:sysClr val="window" lastClr="FFFFFF"/>
              </a:solidFill>
              <a:latin typeface="Arial" panose="020B0604020202020204" pitchFamily="34" charset="0"/>
              <a:ea typeface="微软雅黑"/>
              <a:cs typeface="Arial" panose="020B0604020202020204" pitchFamily="34" charset="0"/>
              <a:sym typeface="庞门正道标题体" charset="0"/>
            </a:endParaRPr>
          </a:p>
        </p:txBody>
      </p:sp>
    </p:spTree>
    <p:extLst>
      <p:ext uri="{BB962C8B-B14F-4D97-AF65-F5344CB8AC3E}">
        <p14:creationId xmlns:p14="http://schemas.microsoft.com/office/powerpoint/2010/main" val="3338684677"/>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randombar(horizontal)">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7C403-918F-C67E-E47B-4CFC6BF0EC07}"/>
            </a:ext>
          </a:extLst>
        </p:cNvPr>
        <p:cNvGrpSpPr/>
        <p:nvPr/>
      </p:nvGrpSpPr>
      <p:grpSpPr>
        <a:xfrm>
          <a:off x="0" y="0"/>
          <a:ext cx="0" cy="0"/>
          <a:chOff x="0" y="0"/>
          <a:chExt cx="0" cy="0"/>
        </a:xfrm>
      </p:grpSpPr>
      <p:sp>
        <p:nvSpPr>
          <p:cNvPr id="9" name="矩形 1">
            <a:extLst>
              <a:ext uri="{FF2B5EF4-FFF2-40B4-BE49-F238E27FC236}">
                <a16:creationId xmlns:a16="http://schemas.microsoft.com/office/drawing/2014/main" id="{36319DAB-166F-12B8-F61A-2385B1F517F4}"/>
              </a:ext>
            </a:extLst>
          </p:cNvPr>
          <p:cNvSpPr/>
          <p:nvPr/>
        </p:nvSpPr>
        <p:spPr>
          <a:xfrm>
            <a:off x="274320" y="1280159"/>
            <a:ext cx="11602720" cy="5383823"/>
          </a:xfrm>
          <a:prstGeom prst="rect">
            <a:avLst/>
          </a:prstGeom>
          <a:solidFill>
            <a:schemeClr val="accent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757" tIns="48378" rIns="96757" bIns="48378" numCol="1" spcCol="0" rtlCol="0" fromWordArt="0" anchor="ctr" anchorCtr="0" forceAA="0" compatLnSpc="1">
            <a:noAutofit/>
          </a:bodyPr>
          <a:lstStyle/>
          <a:p>
            <a:pPr>
              <a:lnSpc>
                <a:spcPct val="130000"/>
              </a:lnSpc>
            </a:pPr>
            <a:endParaRPr lang="vi-VN" sz="2000" dirty="0">
              <a:effectLst/>
              <a:latin typeface="Arial" panose="020B0604020202020204" pitchFamily="34" charset="0"/>
              <a:cs typeface="Arial" panose="020B0604020202020204" pitchFamily="34" charset="0"/>
            </a:endParaRPr>
          </a:p>
        </p:txBody>
      </p:sp>
      <p:sp>
        <p:nvSpPr>
          <p:cNvPr id="3" name="矩形 2">
            <a:extLst>
              <a:ext uri="{FF2B5EF4-FFF2-40B4-BE49-F238E27FC236}">
                <a16:creationId xmlns:a16="http://schemas.microsoft.com/office/drawing/2014/main" id="{7C7C3455-438C-AB24-F69F-8283515B30D3}"/>
              </a:ext>
            </a:extLst>
          </p:cNvPr>
          <p:cNvSpPr/>
          <p:nvPr/>
        </p:nvSpPr>
        <p:spPr>
          <a:xfrm>
            <a:off x="0" y="-1"/>
            <a:ext cx="12192000" cy="8157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6">
            <a:extLst>
              <a:ext uri="{FF2B5EF4-FFF2-40B4-BE49-F238E27FC236}">
                <a16:creationId xmlns:a16="http://schemas.microsoft.com/office/drawing/2014/main" id="{195F9F9A-94FE-564E-50DE-8C81668A6F97}"/>
              </a:ext>
            </a:extLst>
          </p:cNvPr>
          <p:cNvSpPr txBox="1"/>
          <p:nvPr/>
        </p:nvSpPr>
        <p:spPr>
          <a:xfrm>
            <a:off x="867596" y="-3623"/>
            <a:ext cx="8520244" cy="822960"/>
          </a:xfrm>
          <a:prstGeom prst="rect">
            <a:avLst/>
          </a:prstGeom>
          <a:noFill/>
        </p:spPr>
        <p:txBody>
          <a:bodyPr wrap="square" rtlCol="0" anchor="ctr">
            <a:noAutofit/>
          </a:bodyPr>
          <a:lstStyle/>
          <a:p>
            <a:r>
              <a:rPr lang="vi-VN" sz="3600" b="1" dirty="0">
                <a:latin typeface="Arial" panose="020B0604020202020204" pitchFamily="34" charset="0"/>
                <a:cs typeface="Arial" panose="020B0604020202020204" pitchFamily="34" charset="0"/>
              </a:rPr>
              <a:t>HƯỚNG PHÁT TRIỂN TƯƠNG LAI</a:t>
            </a:r>
            <a:endParaRPr lang="zh-CN" altLang="en-US" sz="36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A5BC07D-8F89-0395-771B-535FBF2791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784" y="59083"/>
            <a:ext cx="697548" cy="697548"/>
          </a:xfrm>
          <a:prstGeom prst="rect">
            <a:avLst/>
          </a:prstGeom>
        </p:spPr>
      </p:pic>
      <p:sp>
        <p:nvSpPr>
          <p:cNvPr id="13" name="等腰三角形 23">
            <a:extLst>
              <a:ext uri="{FF2B5EF4-FFF2-40B4-BE49-F238E27FC236}">
                <a16:creationId xmlns:a16="http://schemas.microsoft.com/office/drawing/2014/main" id="{5D9E9AE2-7B58-21C2-BA26-EA8CDF98BF1E}"/>
              </a:ext>
            </a:extLst>
          </p:cNvPr>
          <p:cNvSpPr/>
          <p:nvPr/>
        </p:nvSpPr>
        <p:spPr>
          <a:xfrm rot="5400000">
            <a:off x="11537837" y="187940"/>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4">
            <a:extLst>
              <a:ext uri="{FF2B5EF4-FFF2-40B4-BE49-F238E27FC236}">
                <a16:creationId xmlns:a16="http://schemas.microsoft.com/office/drawing/2014/main" id="{50B5DD03-2BA1-90E5-EF4E-60DE44BD8069}"/>
              </a:ext>
            </a:extLst>
          </p:cNvPr>
          <p:cNvSpPr/>
          <p:nvPr/>
        </p:nvSpPr>
        <p:spPr>
          <a:xfrm rot="5400000">
            <a:off x="11365903" y="221996"/>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Picture 14">
            <a:extLst>
              <a:ext uri="{FF2B5EF4-FFF2-40B4-BE49-F238E27FC236}">
                <a16:creationId xmlns:a16="http://schemas.microsoft.com/office/drawing/2014/main" id="{259DE67C-3145-07BB-EAC9-943927FDEAD0}"/>
              </a:ext>
            </a:extLst>
          </p:cNvPr>
          <p:cNvPicPr>
            <a:picLocks noChangeAspect="1"/>
          </p:cNvPicPr>
          <p:nvPr/>
        </p:nvPicPr>
        <p:blipFill>
          <a:blip r:embed="rId4">
            <a:extLst>
              <a:ext uri="{28A0092B-C50C-407E-A947-70E740481C1C}">
                <a14:useLocalDpi xmlns:a14="http://schemas.microsoft.com/office/drawing/2010/main" val="0"/>
              </a:ext>
            </a:extLst>
          </a:blip>
          <a:srcRect l="14856" r="14580"/>
          <a:stretch>
            <a:fillRect/>
          </a:stretch>
        </p:blipFill>
        <p:spPr>
          <a:xfrm>
            <a:off x="274320" y="1268253"/>
            <a:ext cx="6026216" cy="5380202"/>
          </a:xfrm>
          <a:prstGeom prst="rect">
            <a:avLst/>
          </a:prstGeom>
          <a:gradFill>
            <a:gsLst>
              <a:gs pos="34000">
                <a:srgbClr val="8AD9DD">
                  <a:alpha val="44000"/>
                </a:srgbClr>
              </a:gs>
              <a:gs pos="0">
                <a:srgbClr val="8AD9DD">
                  <a:alpha val="0"/>
                </a:srgbClr>
              </a:gs>
              <a:gs pos="100000">
                <a:srgbClr val="8AD9DD"/>
              </a:gs>
            </a:gsLst>
            <a:lin ang="0" scaled="1"/>
          </a:gradFill>
        </p:spPr>
      </p:pic>
      <p:sp>
        <p:nvSpPr>
          <p:cNvPr id="16" name="Rectangle 15">
            <a:extLst>
              <a:ext uri="{FF2B5EF4-FFF2-40B4-BE49-F238E27FC236}">
                <a16:creationId xmlns:a16="http://schemas.microsoft.com/office/drawing/2014/main" id="{DB269DE9-BF15-E68A-18F7-BC8A5349EE04}"/>
              </a:ext>
            </a:extLst>
          </p:cNvPr>
          <p:cNvSpPr/>
          <p:nvPr/>
        </p:nvSpPr>
        <p:spPr>
          <a:xfrm>
            <a:off x="6300536" y="1268253"/>
            <a:ext cx="5617144" cy="5380202"/>
          </a:xfrm>
          <a:prstGeom prst="rect">
            <a:avLst/>
          </a:prstGeom>
          <a:gradFill flip="none" rotWithShape="1">
            <a:gsLst>
              <a:gs pos="0">
                <a:srgbClr val="8AD9DD">
                  <a:alpha val="0"/>
                </a:srgbClr>
              </a:gs>
              <a:gs pos="100000">
                <a:srgbClr val="8AD9DD"/>
              </a:gs>
            </a:gsLst>
            <a:lin ang="10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8" name="TextBox 17">
            <a:extLst>
              <a:ext uri="{FF2B5EF4-FFF2-40B4-BE49-F238E27FC236}">
                <a16:creationId xmlns:a16="http://schemas.microsoft.com/office/drawing/2014/main" id="{70270797-7D30-BDCE-7B6A-683F00D6D91C}"/>
              </a:ext>
            </a:extLst>
          </p:cNvPr>
          <p:cNvSpPr txBox="1"/>
          <p:nvPr/>
        </p:nvSpPr>
        <p:spPr>
          <a:xfrm>
            <a:off x="6566305" y="2346272"/>
            <a:ext cx="5044966" cy="3251596"/>
          </a:xfrm>
          <a:prstGeom prst="rect">
            <a:avLst/>
          </a:prstGeom>
          <a:noFill/>
        </p:spPr>
        <p:txBody>
          <a:bodyPr wrap="square">
            <a:spAutoFit/>
          </a:bodyPr>
          <a:lstStyle/>
          <a:p>
            <a:pPr indent="346075">
              <a:lnSpc>
                <a:spcPct val="130000"/>
              </a:lnSpc>
              <a:buFont typeface="Wingdings" panose="05000000000000000000" pitchFamily="2" charset="2"/>
              <a:buChar char="q"/>
            </a:pPr>
            <a:r>
              <a:rPr lang="vi-VN" sz="2000" dirty="0">
                <a:solidFill>
                  <a:schemeClr val="bg1"/>
                </a:solidFill>
                <a:latin typeface="Arial" panose="020B0604020202020204" pitchFamily="34" charset="0"/>
                <a:cs typeface="Arial" panose="020B0604020202020204" pitchFamily="34" charset="0"/>
              </a:rPr>
              <a:t> Tích hợp hệ thống</a:t>
            </a:r>
            <a:r>
              <a:rPr lang="en-US" sz="2000" dirty="0">
                <a:solidFill>
                  <a:schemeClr val="bg1"/>
                </a:solidFill>
                <a:latin typeface="Arial" panose="020B0604020202020204" pitchFamily="34" charset="0"/>
                <a:cs typeface="Arial" panose="020B0604020202020204" pitchFamily="34" charset="0"/>
              </a:rPr>
              <a:t> </a:t>
            </a:r>
            <a:r>
              <a:rPr lang="en-US" sz="2000" dirty="0" err="1">
                <a:solidFill>
                  <a:schemeClr val="bg1"/>
                </a:solidFill>
                <a:latin typeface="Arial" panose="020B0604020202020204" pitchFamily="34" charset="0"/>
                <a:cs typeface="Arial" panose="020B0604020202020204" pitchFamily="34" charset="0"/>
              </a:rPr>
              <a:t>đặc</a:t>
            </a:r>
            <a:r>
              <a:rPr lang="en-US" sz="2000" dirty="0">
                <a:solidFill>
                  <a:schemeClr val="bg1"/>
                </a:solidFill>
                <a:latin typeface="Arial" panose="020B0604020202020204" pitchFamily="34" charset="0"/>
                <a:cs typeface="Arial" panose="020B0604020202020204" pitchFamily="34" charset="0"/>
              </a:rPr>
              <a:t> tour </a:t>
            </a:r>
            <a:r>
              <a:rPr lang="en-US" sz="2000" dirty="0" err="1">
                <a:solidFill>
                  <a:schemeClr val="bg1"/>
                </a:solidFill>
                <a:latin typeface="Arial" panose="020B0604020202020204" pitchFamily="34" charset="0"/>
                <a:cs typeface="Arial" panose="020B0604020202020204" pitchFamily="34" charset="0"/>
              </a:rPr>
              <a:t>trực</a:t>
            </a:r>
            <a:r>
              <a:rPr lang="en-US" sz="2000" dirty="0">
                <a:solidFill>
                  <a:schemeClr val="bg1"/>
                </a:solidFill>
                <a:latin typeface="Arial" panose="020B0604020202020204" pitchFamily="34" charset="0"/>
                <a:cs typeface="Arial" panose="020B0604020202020204" pitchFamily="34" charset="0"/>
              </a:rPr>
              <a:t> </a:t>
            </a:r>
            <a:r>
              <a:rPr lang="en-US" sz="2000" dirty="0" err="1">
                <a:solidFill>
                  <a:schemeClr val="bg1"/>
                </a:solidFill>
                <a:latin typeface="Arial" panose="020B0604020202020204" pitchFamily="34" charset="0"/>
                <a:cs typeface="Arial" panose="020B0604020202020204" pitchFamily="34" charset="0"/>
              </a:rPr>
              <a:t>tuyến</a:t>
            </a:r>
            <a:r>
              <a:rPr lang="vi-VN" sz="2000" dirty="0">
                <a:solidFill>
                  <a:schemeClr val="bg1"/>
                </a:solidFill>
                <a:latin typeface="Arial" panose="020B0604020202020204" pitchFamily="34" charset="0"/>
                <a:cs typeface="Arial" panose="020B0604020202020204" pitchFamily="34" charset="0"/>
              </a:rPr>
              <a:t> </a:t>
            </a:r>
            <a:r>
              <a:rPr lang="en-US" sz="2000" dirty="0">
                <a:solidFill>
                  <a:schemeClr val="bg1"/>
                </a:solidFill>
                <a:latin typeface="Arial" panose="020B0604020202020204" pitchFamily="34" charset="0"/>
                <a:cs typeface="Arial" panose="020B0604020202020204" pitchFamily="34" charset="0"/>
              </a:rPr>
              <a:t>(</a:t>
            </a:r>
            <a:r>
              <a:rPr lang="vi-VN" sz="2000" dirty="0">
                <a:solidFill>
                  <a:schemeClr val="bg1"/>
                </a:solidFill>
                <a:latin typeface="Arial" panose="020B0604020202020204" pitchFamily="34" charset="0"/>
                <a:cs typeface="Arial" panose="020B0604020202020204" pitchFamily="34" charset="0"/>
              </a:rPr>
              <a:t>Online Booking</a:t>
            </a:r>
            <a:r>
              <a:rPr lang="en-US" sz="2000" dirty="0">
                <a:solidFill>
                  <a:schemeClr val="bg1"/>
                </a:solidFill>
                <a:latin typeface="Arial" panose="020B0604020202020204" pitchFamily="34" charset="0"/>
                <a:cs typeface="Arial" panose="020B0604020202020204" pitchFamily="34" charset="0"/>
              </a:rPr>
              <a:t>)</a:t>
            </a:r>
            <a:r>
              <a:rPr lang="vi-VN" sz="2000" dirty="0">
                <a:solidFill>
                  <a:schemeClr val="bg1"/>
                </a:solidFill>
                <a:latin typeface="Arial" panose="020B0604020202020204" pitchFamily="34" charset="0"/>
                <a:cs typeface="Arial" panose="020B0604020202020204" pitchFamily="34" charset="0"/>
              </a:rPr>
              <a:t> và thanh toán điện tử (Momo, VNPay).</a:t>
            </a:r>
            <a:endParaRPr lang="en-US" sz="2000" dirty="0">
              <a:solidFill>
                <a:schemeClr val="bg1"/>
              </a:solidFill>
              <a:latin typeface="Arial" panose="020B0604020202020204" pitchFamily="34" charset="0"/>
              <a:cs typeface="Arial" panose="020B0604020202020204" pitchFamily="34" charset="0"/>
            </a:endParaRPr>
          </a:p>
          <a:p>
            <a:pPr>
              <a:lnSpc>
                <a:spcPct val="130000"/>
              </a:lnSpc>
            </a:pPr>
            <a:endParaRPr lang="vi-VN" sz="2000" dirty="0">
              <a:solidFill>
                <a:schemeClr val="bg1"/>
              </a:solidFill>
              <a:latin typeface="Arial" panose="020B0604020202020204" pitchFamily="34" charset="0"/>
              <a:cs typeface="Arial" panose="020B0604020202020204" pitchFamily="34" charset="0"/>
            </a:endParaRPr>
          </a:p>
          <a:p>
            <a:pPr indent="346075">
              <a:lnSpc>
                <a:spcPct val="130000"/>
              </a:lnSpc>
              <a:buFont typeface="Wingdings" panose="05000000000000000000" pitchFamily="2" charset="2"/>
              <a:buChar char="q"/>
            </a:pPr>
            <a:r>
              <a:rPr lang="vi-VN" sz="2000" dirty="0">
                <a:solidFill>
                  <a:schemeClr val="bg1"/>
                </a:solidFill>
                <a:latin typeface="Arial" panose="020B0604020202020204" pitchFamily="34" charset="0"/>
                <a:cs typeface="Arial" panose="020B0604020202020204" pitchFamily="34" charset="0"/>
              </a:rPr>
              <a:t>Ứng dụng AI Chatbot tư vấn lộ trình.</a:t>
            </a:r>
            <a:endParaRPr lang="en-US" sz="2000" dirty="0">
              <a:solidFill>
                <a:schemeClr val="bg1"/>
              </a:solidFill>
              <a:latin typeface="Arial" panose="020B0604020202020204" pitchFamily="34" charset="0"/>
              <a:cs typeface="Arial" panose="020B0604020202020204" pitchFamily="34" charset="0"/>
            </a:endParaRPr>
          </a:p>
          <a:p>
            <a:pPr>
              <a:lnSpc>
                <a:spcPct val="130000"/>
              </a:lnSpc>
            </a:pPr>
            <a:endParaRPr lang="vi-VN" sz="2000" dirty="0">
              <a:solidFill>
                <a:schemeClr val="bg1"/>
              </a:solidFill>
              <a:latin typeface="Arial" panose="020B0604020202020204" pitchFamily="34" charset="0"/>
              <a:cs typeface="Arial" panose="020B0604020202020204" pitchFamily="34" charset="0"/>
            </a:endParaRPr>
          </a:p>
          <a:p>
            <a:pPr indent="346075">
              <a:lnSpc>
                <a:spcPct val="130000"/>
              </a:lnSpc>
              <a:buFont typeface="Wingdings" panose="05000000000000000000" pitchFamily="2" charset="2"/>
              <a:buChar char="q"/>
            </a:pPr>
            <a:r>
              <a:rPr lang="vi-VN" sz="2000" dirty="0">
                <a:solidFill>
                  <a:schemeClr val="bg1"/>
                </a:solidFill>
                <a:latin typeface="Arial" panose="020B0604020202020204" pitchFamily="34" charset="0"/>
                <a:cs typeface="Arial" panose="020B0604020202020204" pitchFamily="34" charset="0"/>
              </a:rPr>
              <a:t>Phát triển đa ngôn ngữ</a:t>
            </a:r>
            <a:r>
              <a:rPr lang="en-US" sz="2000" dirty="0">
                <a:solidFill>
                  <a:schemeClr val="bg1"/>
                </a:solidFill>
                <a:latin typeface="Arial" panose="020B0604020202020204" pitchFamily="34" charset="0"/>
                <a:cs typeface="Arial" panose="020B0604020202020204" pitchFamily="34" charset="0"/>
              </a:rPr>
              <a:t> </a:t>
            </a:r>
            <a:r>
              <a:rPr lang="en-US" sz="2000" dirty="0" err="1">
                <a:solidFill>
                  <a:schemeClr val="bg1"/>
                </a:solidFill>
                <a:latin typeface="Arial" panose="020B0604020202020204" pitchFamily="34" charset="0"/>
                <a:cs typeface="Arial" panose="020B0604020202020204" pitchFamily="34" charset="0"/>
              </a:rPr>
              <a:t>của</a:t>
            </a:r>
            <a:r>
              <a:rPr lang="en-US" sz="2000" dirty="0">
                <a:solidFill>
                  <a:schemeClr val="bg1"/>
                </a:solidFill>
                <a:latin typeface="Arial" panose="020B0604020202020204" pitchFamily="34" charset="0"/>
                <a:cs typeface="Arial" panose="020B0604020202020204" pitchFamily="34" charset="0"/>
              </a:rPr>
              <a:t> </a:t>
            </a:r>
            <a:r>
              <a:rPr lang="en-US" sz="2000" dirty="0" err="1">
                <a:solidFill>
                  <a:schemeClr val="bg1"/>
                </a:solidFill>
                <a:latin typeface="Arial" panose="020B0604020202020204" pitchFamily="34" charset="0"/>
                <a:cs typeface="Arial" panose="020B0604020202020204" pitchFamily="34" charset="0"/>
              </a:rPr>
              <a:t>nhiều</a:t>
            </a:r>
            <a:r>
              <a:rPr lang="en-US" sz="2000" dirty="0">
                <a:solidFill>
                  <a:schemeClr val="bg1"/>
                </a:solidFill>
                <a:latin typeface="Arial" panose="020B0604020202020204" pitchFamily="34" charset="0"/>
                <a:cs typeface="Arial" panose="020B0604020202020204" pitchFamily="34" charset="0"/>
              </a:rPr>
              <a:t> </a:t>
            </a:r>
            <a:r>
              <a:rPr lang="en-US" sz="2000" dirty="0" err="1">
                <a:solidFill>
                  <a:schemeClr val="bg1"/>
                </a:solidFill>
                <a:latin typeface="Arial" panose="020B0604020202020204" pitchFamily="34" charset="0"/>
                <a:cs typeface="Arial" panose="020B0604020202020204" pitchFamily="34" charset="0"/>
              </a:rPr>
              <a:t>quốc</a:t>
            </a:r>
            <a:r>
              <a:rPr lang="en-US" sz="2000" dirty="0">
                <a:solidFill>
                  <a:schemeClr val="bg1"/>
                </a:solidFill>
                <a:latin typeface="Arial" panose="020B0604020202020204" pitchFamily="34" charset="0"/>
                <a:cs typeface="Arial" panose="020B0604020202020204" pitchFamily="34" charset="0"/>
              </a:rPr>
              <a:t> </a:t>
            </a:r>
            <a:r>
              <a:rPr lang="en-US" sz="2000" dirty="0" err="1">
                <a:solidFill>
                  <a:schemeClr val="bg1"/>
                </a:solidFill>
                <a:latin typeface="Arial" panose="020B0604020202020204" pitchFamily="34" charset="0"/>
                <a:cs typeface="Arial" panose="020B0604020202020204" pitchFamily="34" charset="0"/>
              </a:rPr>
              <a:t>gia</a:t>
            </a:r>
            <a:r>
              <a:rPr lang="en-US" sz="20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23601372"/>
      </p:ext>
    </p:extLst>
  </p:cSld>
  <p:clrMapOvr>
    <a:masterClrMapping/>
  </p:clrMapOvr>
  <mc:AlternateContent xmlns:mc="http://schemas.openxmlformats.org/markup-compatibility/2006" xmlns:p14="http://schemas.microsoft.com/office/powerpoint/2010/main">
    <mc:Choice Requires="p14">
      <p:transition spd="slow" p14:dur="20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784" y="2517413"/>
            <a:ext cx="487680" cy="1956547"/>
          </a:xfrm>
          <a:prstGeom prst="rect">
            <a:avLst/>
          </a:prstGeom>
          <a:noFill/>
        </p:spPr>
        <p:txBody>
          <a:bodyPr vert="vert" wrap="square" rtlCol="0">
            <a:normAutofit/>
          </a:bodyPr>
          <a:lstStyle/>
          <a:p>
            <a:pPr algn="dist"/>
            <a:r>
              <a:rPr lang="vi-VN" altLang="vi-VN" sz="2000" b="1">
                <a:latin typeface="Noto Sans"/>
                <a:ea typeface="Noto Sans"/>
              </a:rPr>
              <a:t>VIỆC KINH</a:t>
            </a:r>
            <a:endParaRPr lang="zh-CN" altLang="en-US" sz="2000" b="1"/>
          </a:p>
        </p:txBody>
      </p:sp>
      <p:sp>
        <p:nvSpPr>
          <p:cNvPr id="8" name="文本框 7"/>
          <p:cNvSpPr txBox="1"/>
          <p:nvPr/>
        </p:nvSpPr>
        <p:spPr>
          <a:xfrm>
            <a:off x="3543112" y="935882"/>
            <a:ext cx="5105775" cy="822960"/>
          </a:xfrm>
          <a:prstGeom prst="rect">
            <a:avLst/>
          </a:prstGeom>
          <a:noFill/>
        </p:spPr>
        <p:txBody>
          <a:bodyPr wrap="square" rtlCol="0" anchor="ctr">
            <a:noAutofit/>
          </a:bodyPr>
          <a:lstStyle/>
          <a:p>
            <a:pPr algn="ctr"/>
            <a:r>
              <a:rPr lang="en-US" sz="3600" b="1" dirty="0">
                <a:solidFill>
                  <a:srgbClr val="002060"/>
                </a:solidFill>
                <a:latin typeface="Arial "/>
                <a:cs typeface="Times New Roman" panose="02020603050405020304" pitchFamily="18" charset="0"/>
              </a:rPr>
              <a:t>TÀI LIỆU THAM KHẢO</a:t>
            </a:r>
            <a:endParaRPr lang="vi-VN" altLang="vi-VN" sz="3600" b="1" dirty="0">
              <a:solidFill>
                <a:srgbClr val="002060"/>
              </a:solidFill>
              <a:latin typeface="Arial "/>
              <a:ea typeface="Noto Sans"/>
              <a:cs typeface="Times New Roman" panose="02020603050405020304" pitchFamily="18" charset="0"/>
            </a:endParaRPr>
          </a:p>
        </p:txBody>
      </p:sp>
      <p:sp>
        <p:nvSpPr>
          <p:cNvPr id="21" name="等腰三角形 12"/>
          <p:cNvSpPr/>
          <p:nvPr/>
        </p:nvSpPr>
        <p:spPr>
          <a:xfrm rot="19800000">
            <a:off x="11079596" y="2146838"/>
            <a:ext cx="986856" cy="766613"/>
          </a:xfrm>
          <a:custGeom>
            <a:avLst/>
            <a:gdLst>
              <a:gd name="connsiteX0" fmla="*/ 0 w 986856"/>
              <a:gd name="connsiteY0" fmla="*/ 721831 h 721831"/>
              <a:gd name="connsiteX1" fmla="*/ 493428 w 986856"/>
              <a:gd name="connsiteY1" fmla="*/ 0 h 721831"/>
              <a:gd name="connsiteX2" fmla="*/ 986856 w 986856"/>
              <a:gd name="connsiteY2" fmla="*/ 721831 h 721831"/>
              <a:gd name="connsiteX3" fmla="*/ 0 w 986856"/>
              <a:gd name="connsiteY3" fmla="*/ 721831 h 721831"/>
              <a:gd name="connsiteX0-1" fmla="*/ 0 w 986856"/>
              <a:gd name="connsiteY0-2" fmla="*/ 766613 h 766613"/>
              <a:gd name="connsiteX1-3" fmla="*/ 550336 w 986856"/>
              <a:gd name="connsiteY1-4" fmla="*/ 0 h 766613"/>
              <a:gd name="connsiteX2-5" fmla="*/ 986856 w 986856"/>
              <a:gd name="connsiteY2-6" fmla="*/ 766613 h 766613"/>
              <a:gd name="connsiteX3-7" fmla="*/ 0 w 986856"/>
              <a:gd name="connsiteY3-8" fmla="*/ 766613 h 766613"/>
            </a:gdLst>
            <a:ahLst/>
            <a:cxnLst>
              <a:cxn ang="0">
                <a:pos x="connsiteX0-1" y="connsiteY0-2"/>
              </a:cxn>
              <a:cxn ang="0">
                <a:pos x="connsiteX1-3" y="connsiteY1-4"/>
              </a:cxn>
              <a:cxn ang="0">
                <a:pos x="connsiteX2-5" y="connsiteY2-6"/>
              </a:cxn>
              <a:cxn ang="0">
                <a:pos x="connsiteX3-7" y="connsiteY3-8"/>
              </a:cxn>
            </a:cxnLst>
            <a:rect l="l" t="t" r="r" b="b"/>
            <a:pathLst>
              <a:path w="986856" h="766613">
                <a:moveTo>
                  <a:pt x="0" y="766613"/>
                </a:moveTo>
                <a:lnTo>
                  <a:pt x="550336" y="0"/>
                </a:lnTo>
                <a:lnTo>
                  <a:pt x="986856" y="766613"/>
                </a:lnTo>
                <a:lnTo>
                  <a:pt x="0" y="766613"/>
                </a:lnTo>
                <a:close/>
              </a:path>
            </a:pathLst>
          </a:custGeom>
          <a:solidFill>
            <a:srgbClr val="4F81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16200000">
            <a:off x="10320263" y="2763636"/>
            <a:ext cx="2010385" cy="1733090"/>
          </a:xfrm>
          <a:prstGeom prst="triangle">
            <a:avLst/>
          </a:prstGeom>
          <a:solidFill>
            <a:srgbClr val="0070C0"/>
          </a:solidFill>
          <a:ln>
            <a:noFill/>
          </a:ln>
          <a:effectLst>
            <a:outerShdw blurRad="50800" dist="38100" dir="8100000" sx="104000" sy="104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8681015">
            <a:off x="10487418" y="349499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a:off x="10462329" y="1382549"/>
            <a:ext cx="510208" cy="439834"/>
          </a:xfrm>
          <a:prstGeom prst="triangle">
            <a:avLst/>
          </a:prstGeom>
          <a:solidFill>
            <a:srgbClr val="1B30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11046828" y="1431399"/>
            <a:ext cx="405691" cy="349733"/>
          </a:xfrm>
          <a:prstGeom prst="triangle">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rot="18903724">
            <a:off x="7302033" y="4605404"/>
            <a:ext cx="4185063" cy="4759609"/>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18903724">
            <a:off x="-1883873" y="-1202524"/>
            <a:ext cx="4185063" cy="252465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6"/>
          <p:cNvSpPr>
            <a:spLocks noEditPoints="1"/>
          </p:cNvSpPr>
          <p:nvPr/>
        </p:nvSpPr>
        <p:spPr bwMode="auto">
          <a:xfrm>
            <a:off x="8407774" y="447188"/>
            <a:ext cx="1124585" cy="919480"/>
          </a:xfrm>
          <a:custGeom>
            <a:avLst/>
            <a:gdLst>
              <a:gd name="T0" fmla="*/ 725 w 1364"/>
              <a:gd name="T1" fmla="*/ 847 h 1123"/>
              <a:gd name="T2" fmla="*/ 51 w 1364"/>
              <a:gd name="T3" fmla="*/ 757 h 1123"/>
              <a:gd name="T4" fmla="*/ 1159 w 1364"/>
              <a:gd name="T5" fmla="*/ 786 h 1123"/>
              <a:gd name="T6" fmla="*/ 1143 w 1364"/>
              <a:gd name="T7" fmla="*/ 765 h 1123"/>
              <a:gd name="T8" fmla="*/ 720 w 1364"/>
              <a:gd name="T9" fmla="*/ 805 h 1123"/>
              <a:gd name="T10" fmla="*/ 57 w 1364"/>
              <a:gd name="T11" fmla="*/ 484 h 1123"/>
              <a:gd name="T12" fmla="*/ 733 w 1364"/>
              <a:gd name="T13" fmla="*/ 828 h 1123"/>
              <a:gd name="T14" fmla="*/ 1158 w 1364"/>
              <a:gd name="T15" fmla="*/ 621 h 1123"/>
              <a:gd name="T16" fmla="*/ 720 w 1364"/>
              <a:gd name="T17" fmla="*/ 805 h 1123"/>
              <a:gd name="T18" fmla="*/ 1001 w 1364"/>
              <a:gd name="T19" fmla="*/ 579 h 1123"/>
              <a:gd name="T20" fmla="*/ 990 w 1364"/>
              <a:gd name="T21" fmla="*/ 441 h 1123"/>
              <a:gd name="T22" fmla="*/ 284 w 1364"/>
              <a:gd name="T23" fmla="*/ 432 h 1123"/>
              <a:gd name="T24" fmla="*/ 71 w 1364"/>
              <a:gd name="T25" fmla="*/ 478 h 1123"/>
              <a:gd name="T26" fmla="*/ 720 w 1364"/>
              <a:gd name="T27" fmla="*/ 1101 h 1123"/>
              <a:gd name="T28" fmla="*/ 57 w 1364"/>
              <a:gd name="T29" fmla="*/ 780 h 1123"/>
              <a:gd name="T30" fmla="*/ 733 w 1364"/>
              <a:gd name="T31" fmla="*/ 1123 h 1123"/>
              <a:gd name="T32" fmla="*/ 1158 w 1364"/>
              <a:gd name="T33" fmla="*/ 917 h 1123"/>
              <a:gd name="T34" fmla="*/ 720 w 1364"/>
              <a:gd name="T35" fmla="*/ 1101 h 1123"/>
              <a:gd name="T36" fmla="*/ 1067 w 1364"/>
              <a:gd name="T37" fmla="*/ 344 h 1123"/>
              <a:gd name="T38" fmla="*/ 1056 w 1364"/>
              <a:gd name="T39" fmla="*/ 368 h 1123"/>
              <a:gd name="T40" fmla="*/ 1063 w 1364"/>
              <a:gd name="T41" fmla="*/ 404 h 1123"/>
              <a:gd name="T42" fmla="*/ 1035 w 1364"/>
              <a:gd name="T43" fmla="*/ 562 h 1123"/>
              <a:gd name="T44" fmla="*/ 1115 w 1364"/>
              <a:gd name="T45" fmla="*/ 422 h 1123"/>
              <a:gd name="T46" fmla="*/ 1106 w 1364"/>
              <a:gd name="T47" fmla="*/ 389 h 1123"/>
              <a:gd name="T48" fmla="*/ 1114 w 1364"/>
              <a:gd name="T49" fmla="*/ 352 h 1123"/>
              <a:gd name="T50" fmla="*/ 1104 w 1364"/>
              <a:gd name="T51" fmla="*/ 226 h 1123"/>
              <a:gd name="T52" fmla="*/ 1356 w 1364"/>
              <a:gd name="T53" fmla="*/ 174 h 1123"/>
              <a:gd name="T54" fmla="*/ 773 w 1364"/>
              <a:gd name="T55" fmla="*/ 4 h 1123"/>
              <a:gd name="T56" fmla="*/ 413 w 1364"/>
              <a:gd name="T57" fmla="*/ 28 h 1123"/>
              <a:gd name="T58" fmla="*/ 11 w 1364"/>
              <a:gd name="T59" fmla="*/ 76 h 1123"/>
              <a:gd name="T60" fmla="*/ 480 w 1364"/>
              <a:gd name="T61" fmla="*/ 323 h 1123"/>
              <a:gd name="T62" fmla="*/ 1039 w 1364"/>
              <a:gd name="T63" fmla="*/ 238 h 1123"/>
              <a:gd name="T64" fmla="*/ 628 w 1364"/>
              <a:gd name="T65" fmla="*/ 161 h 1123"/>
              <a:gd name="T66" fmla="*/ 1054 w 1364"/>
              <a:gd name="T67" fmla="*/ 204 h 1123"/>
              <a:gd name="T68" fmla="*/ 961 w 1364"/>
              <a:gd name="T69" fmla="*/ 281 h 1123"/>
              <a:gd name="T70" fmla="*/ 315 w 1364"/>
              <a:gd name="T71" fmla="*/ 432 h 1123"/>
              <a:gd name="T72" fmla="*/ 466 w 1364"/>
              <a:gd name="T73" fmla="*/ 350 h 1123"/>
              <a:gd name="T74" fmla="*/ 961 w 1364"/>
              <a:gd name="T75" fmla="*/ 281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4" h="1123">
                <a:moveTo>
                  <a:pt x="717" y="953"/>
                </a:moveTo>
                <a:cubicBezTo>
                  <a:pt x="707" y="917"/>
                  <a:pt x="707" y="881"/>
                  <a:pt x="725" y="847"/>
                </a:cubicBezTo>
                <a:lnTo>
                  <a:pt x="54" y="632"/>
                </a:lnTo>
                <a:cubicBezTo>
                  <a:pt x="28" y="665"/>
                  <a:pt x="21" y="710"/>
                  <a:pt x="51" y="757"/>
                </a:cubicBezTo>
                <a:lnTo>
                  <a:pt x="730" y="975"/>
                </a:lnTo>
                <a:lnTo>
                  <a:pt x="1159" y="786"/>
                </a:lnTo>
                <a:cubicBezTo>
                  <a:pt x="1170" y="781"/>
                  <a:pt x="1169" y="773"/>
                  <a:pt x="1155" y="768"/>
                </a:cubicBezTo>
                <a:lnTo>
                  <a:pt x="1143" y="765"/>
                </a:lnTo>
                <a:lnTo>
                  <a:pt x="717" y="953"/>
                </a:lnTo>
                <a:close/>
                <a:moveTo>
                  <a:pt x="720" y="805"/>
                </a:moveTo>
                <a:cubicBezTo>
                  <a:pt x="710" y="770"/>
                  <a:pt x="710" y="734"/>
                  <a:pt x="729" y="700"/>
                </a:cubicBezTo>
                <a:lnTo>
                  <a:pt x="57" y="484"/>
                </a:lnTo>
                <a:cubicBezTo>
                  <a:pt x="31" y="518"/>
                  <a:pt x="24" y="563"/>
                  <a:pt x="55" y="610"/>
                </a:cubicBezTo>
                <a:lnTo>
                  <a:pt x="733" y="828"/>
                </a:lnTo>
                <a:lnTo>
                  <a:pt x="1162" y="639"/>
                </a:lnTo>
                <a:cubicBezTo>
                  <a:pt x="1174" y="633"/>
                  <a:pt x="1172" y="626"/>
                  <a:pt x="1158" y="621"/>
                </a:cubicBezTo>
                <a:lnTo>
                  <a:pt x="1146" y="617"/>
                </a:lnTo>
                <a:lnTo>
                  <a:pt x="720" y="805"/>
                </a:lnTo>
                <a:close/>
                <a:moveTo>
                  <a:pt x="742" y="694"/>
                </a:moveTo>
                <a:lnTo>
                  <a:pt x="1001" y="579"/>
                </a:lnTo>
                <a:lnTo>
                  <a:pt x="1021" y="451"/>
                </a:lnTo>
                <a:lnTo>
                  <a:pt x="990" y="441"/>
                </a:lnTo>
                <a:cubicBezTo>
                  <a:pt x="976" y="548"/>
                  <a:pt x="711" y="556"/>
                  <a:pt x="638" y="556"/>
                </a:cubicBezTo>
                <a:cubicBezTo>
                  <a:pt x="562" y="556"/>
                  <a:pt x="284" y="548"/>
                  <a:pt x="284" y="432"/>
                </a:cubicBezTo>
                <a:lnTo>
                  <a:pt x="284" y="384"/>
                </a:lnTo>
                <a:lnTo>
                  <a:pt x="71" y="478"/>
                </a:lnTo>
                <a:lnTo>
                  <a:pt x="742" y="694"/>
                </a:lnTo>
                <a:close/>
                <a:moveTo>
                  <a:pt x="720" y="1101"/>
                </a:moveTo>
                <a:cubicBezTo>
                  <a:pt x="710" y="1066"/>
                  <a:pt x="710" y="1030"/>
                  <a:pt x="728" y="995"/>
                </a:cubicBezTo>
                <a:lnTo>
                  <a:pt x="57" y="780"/>
                </a:lnTo>
                <a:cubicBezTo>
                  <a:pt x="31" y="814"/>
                  <a:pt x="24" y="858"/>
                  <a:pt x="54" y="906"/>
                </a:cubicBezTo>
                <a:lnTo>
                  <a:pt x="733" y="1123"/>
                </a:lnTo>
                <a:lnTo>
                  <a:pt x="1162" y="934"/>
                </a:lnTo>
                <a:cubicBezTo>
                  <a:pt x="1173" y="929"/>
                  <a:pt x="1171" y="921"/>
                  <a:pt x="1158" y="917"/>
                </a:cubicBezTo>
                <a:lnTo>
                  <a:pt x="1146" y="913"/>
                </a:lnTo>
                <a:lnTo>
                  <a:pt x="720" y="1101"/>
                </a:lnTo>
                <a:close/>
                <a:moveTo>
                  <a:pt x="1067" y="219"/>
                </a:moveTo>
                <a:lnTo>
                  <a:pt x="1067" y="344"/>
                </a:lnTo>
                <a:cubicBezTo>
                  <a:pt x="1062" y="345"/>
                  <a:pt x="1058" y="348"/>
                  <a:pt x="1058" y="352"/>
                </a:cubicBezTo>
                <a:lnTo>
                  <a:pt x="1056" y="368"/>
                </a:lnTo>
                <a:cubicBezTo>
                  <a:pt x="1056" y="378"/>
                  <a:pt x="1065" y="382"/>
                  <a:pt x="1064" y="389"/>
                </a:cubicBezTo>
                <a:lnTo>
                  <a:pt x="1063" y="404"/>
                </a:lnTo>
                <a:cubicBezTo>
                  <a:pt x="1063" y="410"/>
                  <a:pt x="1057" y="415"/>
                  <a:pt x="1056" y="422"/>
                </a:cubicBezTo>
                <a:lnTo>
                  <a:pt x="1035" y="562"/>
                </a:lnTo>
                <a:cubicBezTo>
                  <a:pt x="1043" y="579"/>
                  <a:pt x="1127" y="579"/>
                  <a:pt x="1136" y="562"/>
                </a:cubicBezTo>
                <a:lnTo>
                  <a:pt x="1115" y="422"/>
                </a:lnTo>
                <a:cubicBezTo>
                  <a:pt x="1114" y="415"/>
                  <a:pt x="1108" y="410"/>
                  <a:pt x="1107" y="404"/>
                </a:cubicBezTo>
                <a:lnTo>
                  <a:pt x="1106" y="389"/>
                </a:lnTo>
                <a:cubicBezTo>
                  <a:pt x="1106" y="381"/>
                  <a:pt x="1115" y="379"/>
                  <a:pt x="1115" y="369"/>
                </a:cubicBezTo>
                <a:lnTo>
                  <a:pt x="1114" y="352"/>
                </a:lnTo>
                <a:cubicBezTo>
                  <a:pt x="1113" y="347"/>
                  <a:pt x="1109" y="344"/>
                  <a:pt x="1104" y="344"/>
                </a:cubicBezTo>
                <a:cubicBezTo>
                  <a:pt x="1104" y="218"/>
                  <a:pt x="1104" y="362"/>
                  <a:pt x="1104" y="226"/>
                </a:cubicBezTo>
                <a:lnTo>
                  <a:pt x="1356" y="183"/>
                </a:lnTo>
                <a:cubicBezTo>
                  <a:pt x="1362" y="182"/>
                  <a:pt x="1364" y="177"/>
                  <a:pt x="1356" y="174"/>
                </a:cubicBezTo>
                <a:cubicBezTo>
                  <a:pt x="1235" y="139"/>
                  <a:pt x="1125" y="107"/>
                  <a:pt x="1024" y="77"/>
                </a:cubicBezTo>
                <a:cubicBezTo>
                  <a:pt x="934" y="51"/>
                  <a:pt x="850" y="26"/>
                  <a:pt x="773" y="4"/>
                </a:cubicBezTo>
                <a:cubicBezTo>
                  <a:pt x="759" y="0"/>
                  <a:pt x="750" y="0"/>
                  <a:pt x="736" y="1"/>
                </a:cubicBezTo>
                <a:cubicBezTo>
                  <a:pt x="635" y="9"/>
                  <a:pt x="527" y="18"/>
                  <a:pt x="413" y="28"/>
                </a:cubicBezTo>
                <a:cubicBezTo>
                  <a:pt x="289" y="39"/>
                  <a:pt x="155" y="50"/>
                  <a:pt x="12" y="62"/>
                </a:cubicBezTo>
                <a:cubicBezTo>
                  <a:pt x="0" y="64"/>
                  <a:pt x="3" y="73"/>
                  <a:pt x="11" y="76"/>
                </a:cubicBezTo>
                <a:cubicBezTo>
                  <a:pt x="68" y="106"/>
                  <a:pt x="130" y="139"/>
                  <a:pt x="198" y="175"/>
                </a:cubicBezTo>
                <a:cubicBezTo>
                  <a:pt x="281" y="219"/>
                  <a:pt x="374" y="268"/>
                  <a:pt x="480" y="323"/>
                </a:cubicBezTo>
                <a:cubicBezTo>
                  <a:pt x="489" y="328"/>
                  <a:pt x="508" y="330"/>
                  <a:pt x="523" y="327"/>
                </a:cubicBezTo>
                <a:cubicBezTo>
                  <a:pt x="695" y="298"/>
                  <a:pt x="867" y="268"/>
                  <a:pt x="1039" y="238"/>
                </a:cubicBezTo>
                <a:cubicBezTo>
                  <a:pt x="1038" y="232"/>
                  <a:pt x="1036" y="229"/>
                  <a:pt x="1029" y="227"/>
                </a:cubicBezTo>
                <a:lnTo>
                  <a:pt x="628" y="161"/>
                </a:lnTo>
                <a:cubicBezTo>
                  <a:pt x="593" y="156"/>
                  <a:pt x="599" y="131"/>
                  <a:pt x="619" y="134"/>
                </a:cubicBezTo>
                <a:lnTo>
                  <a:pt x="1054" y="204"/>
                </a:lnTo>
                <a:cubicBezTo>
                  <a:pt x="1062" y="206"/>
                  <a:pt x="1066" y="211"/>
                  <a:pt x="1067" y="219"/>
                </a:cubicBezTo>
                <a:close/>
                <a:moveTo>
                  <a:pt x="961" y="281"/>
                </a:moveTo>
                <a:lnTo>
                  <a:pt x="961" y="432"/>
                </a:lnTo>
                <a:cubicBezTo>
                  <a:pt x="961" y="557"/>
                  <a:pt x="315" y="557"/>
                  <a:pt x="315" y="432"/>
                </a:cubicBezTo>
                <a:lnTo>
                  <a:pt x="315" y="270"/>
                </a:lnTo>
                <a:cubicBezTo>
                  <a:pt x="365" y="296"/>
                  <a:pt x="415" y="323"/>
                  <a:pt x="466" y="350"/>
                </a:cubicBezTo>
                <a:cubicBezTo>
                  <a:pt x="483" y="359"/>
                  <a:pt x="509" y="360"/>
                  <a:pt x="528" y="357"/>
                </a:cubicBezTo>
                <a:cubicBezTo>
                  <a:pt x="672" y="331"/>
                  <a:pt x="816" y="306"/>
                  <a:pt x="961" y="281"/>
                </a:cubicBezTo>
                <a:close/>
              </a:path>
            </a:pathLst>
          </a:custGeom>
          <a:solidFill>
            <a:srgbClr val="4F80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TextBox 8">
            <a:extLst>
              <a:ext uri="{FF2B5EF4-FFF2-40B4-BE49-F238E27FC236}">
                <a16:creationId xmlns:a16="http://schemas.microsoft.com/office/drawing/2014/main" id="{9D0F5C53-178C-36D4-3703-DC06ADF28AFC}"/>
              </a:ext>
            </a:extLst>
          </p:cNvPr>
          <p:cNvSpPr txBox="1"/>
          <p:nvPr/>
        </p:nvSpPr>
        <p:spPr>
          <a:xfrm>
            <a:off x="453625" y="2035450"/>
            <a:ext cx="7833308" cy="3607206"/>
          </a:xfrm>
          <a:prstGeom prst="rect">
            <a:avLst/>
          </a:prstGeom>
          <a:noFill/>
        </p:spPr>
        <p:txBody>
          <a:bodyPr wrap="square">
            <a:spAutoFit/>
          </a:bodyPr>
          <a:lstStyle/>
          <a:p>
            <a:pPr>
              <a:lnSpc>
                <a:spcPct val="150000"/>
              </a:lnSpc>
            </a:pPr>
            <a:r>
              <a:rPr lang="en-US" sz="1400" dirty="0">
                <a:solidFill>
                  <a:schemeClr val="bg1"/>
                </a:solidFill>
                <a:latin typeface="Arial" panose="020B0604020202020204" pitchFamily="34" charset="0"/>
                <a:cs typeface="Arial" panose="020B0604020202020204" pitchFamily="34" charset="0"/>
              </a:rPr>
              <a:t>[1] A. Fedorov, React.js Essentials. Birmingham, UK: </a:t>
            </a:r>
            <a:r>
              <a:rPr lang="en-US" sz="1400" dirty="0" err="1">
                <a:solidFill>
                  <a:schemeClr val="bg1"/>
                </a:solidFill>
                <a:latin typeface="Arial" panose="020B0604020202020204" pitchFamily="34" charset="0"/>
                <a:cs typeface="Arial" panose="020B0604020202020204" pitchFamily="34" charset="0"/>
              </a:rPr>
              <a:t>Packt</a:t>
            </a:r>
            <a:r>
              <a:rPr lang="en-US" sz="1400" dirty="0">
                <a:solidFill>
                  <a:schemeClr val="bg1"/>
                </a:solidFill>
                <a:latin typeface="Arial" panose="020B0604020202020204" pitchFamily="34" charset="0"/>
                <a:cs typeface="Arial" panose="020B0604020202020204" pitchFamily="34" charset="0"/>
              </a:rPr>
              <a:t> Publishing, 2016.</a:t>
            </a:r>
          </a:p>
          <a:p>
            <a:pPr>
              <a:lnSpc>
                <a:spcPct val="150000"/>
              </a:lnSpc>
            </a:pPr>
            <a:r>
              <a:rPr lang="en-US" sz="1400" dirty="0">
                <a:solidFill>
                  <a:schemeClr val="bg1"/>
                </a:solidFill>
                <a:latin typeface="Arial" panose="020B0604020202020204" pitchFamily="34" charset="0"/>
                <a:cs typeface="Arial" panose="020B0604020202020204" pitchFamily="34" charset="0"/>
              </a:rPr>
              <a:t>[2] R. </a:t>
            </a:r>
            <a:r>
              <a:rPr lang="en-US" sz="1400" dirty="0" err="1">
                <a:solidFill>
                  <a:schemeClr val="bg1"/>
                </a:solidFill>
                <a:latin typeface="Arial" panose="020B0604020202020204" pitchFamily="34" charset="0"/>
                <a:cs typeface="Arial" panose="020B0604020202020204" pitchFamily="34" charset="0"/>
              </a:rPr>
              <a:t>Elrom</a:t>
            </a:r>
            <a:r>
              <a:rPr lang="en-US" sz="1400" dirty="0">
                <a:solidFill>
                  <a:schemeClr val="bg1"/>
                </a:solidFill>
                <a:latin typeface="Arial" panose="020B0604020202020204" pitchFamily="34" charset="0"/>
                <a:cs typeface="Arial" panose="020B0604020202020204" pitchFamily="34" charset="0"/>
              </a:rPr>
              <a:t>, React and Libraries: Your Guide to the React Ecosystem. Berkeley, CA: </a:t>
            </a:r>
            <a:r>
              <a:rPr lang="en-US" sz="1400" dirty="0" err="1">
                <a:solidFill>
                  <a:schemeClr val="bg1"/>
                </a:solidFill>
                <a:latin typeface="Arial" panose="020B0604020202020204" pitchFamily="34" charset="0"/>
                <a:cs typeface="Arial" panose="020B0604020202020204" pitchFamily="34" charset="0"/>
              </a:rPr>
              <a:t>Apress</a:t>
            </a:r>
            <a:r>
              <a:rPr lang="en-US" sz="1400" dirty="0">
                <a:solidFill>
                  <a:schemeClr val="bg1"/>
                </a:solidFill>
                <a:latin typeface="Arial" panose="020B0604020202020204" pitchFamily="34" charset="0"/>
                <a:cs typeface="Arial" panose="020B0604020202020204" pitchFamily="34" charset="0"/>
              </a:rPr>
              <a:t>, 2021.</a:t>
            </a:r>
          </a:p>
          <a:p>
            <a:pPr>
              <a:lnSpc>
                <a:spcPct val="150000"/>
              </a:lnSpc>
            </a:pPr>
            <a:r>
              <a:rPr lang="en-US" sz="1400" dirty="0">
                <a:solidFill>
                  <a:schemeClr val="bg1"/>
                </a:solidFill>
                <a:latin typeface="Arial" panose="020B0604020202020204" pitchFamily="34" charset="0"/>
                <a:cs typeface="Arial" panose="020B0604020202020204" pitchFamily="34" charset="0"/>
              </a:rPr>
              <a:t>[3] S. Subramanian, Pro MERN Stack: Full Stack Web App Development with Mongo, Express, React, and Node. Berkeley, CA: </a:t>
            </a:r>
            <a:r>
              <a:rPr lang="en-US" sz="1400" dirty="0" err="1">
                <a:solidFill>
                  <a:schemeClr val="bg1"/>
                </a:solidFill>
                <a:latin typeface="Arial" panose="020B0604020202020204" pitchFamily="34" charset="0"/>
                <a:cs typeface="Arial" panose="020B0604020202020204" pitchFamily="34" charset="0"/>
              </a:rPr>
              <a:t>Apress</a:t>
            </a:r>
            <a:r>
              <a:rPr lang="en-US" sz="1400" dirty="0">
                <a:solidFill>
                  <a:schemeClr val="bg1"/>
                </a:solidFill>
                <a:latin typeface="Arial" panose="020B0604020202020204" pitchFamily="34" charset="0"/>
                <a:cs typeface="Arial" panose="020B0604020202020204" pitchFamily="34" charset="0"/>
              </a:rPr>
              <a:t>, 2019.</a:t>
            </a:r>
          </a:p>
          <a:p>
            <a:pPr>
              <a:lnSpc>
                <a:spcPct val="150000"/>
              </a:lnSpc>
            </a:pPr>
            <a:r>
              <a:rPr lang="en-US" sz="1400" dirty="0">
                <a:solidFill>
                  <a:schemeClr val="bg1"/>
                </a:solidFill>
                <a:latin typeface="Arial" panose="020B0604020202020204" pitchFamily="34" charset="0"/>
                <a:cs typeface="Arial" panose="020B0604020202020204" pitchFamily="34" charset="0"/>
              </a:rPr>
              <a:t>[4] T. V. Zyl, "Tailwind CSS: A utility-first CSS framework for rapid UI development," Journal of Web Design, vol. 12, no. 3, pp. 45-52, 2022.</a:t>
            </a:r>
          </a:p>
          <a:p>
            <a:pPr>
              <a:lnSpc>
                <a:spcPct val="150000"/>
              </a:lnSpc>
            </a:pPr>
            <a:r>
              <a:rPr lang="en-US" sz="1400" dirty="0">
                <a:solidFill>
                  <a:schemeClr val="bg1"/>
                </a:solidFill>
                <a:latin typeface="Arial" panose="020B0604020202020204" pitchFamily="34" charset="0"/>
                <a:cs typeface="Arial" panose="020B0604020202020204" pitchFamily="34" charset="0"/>
              </a:rPr>
              <a:t>[5] D. Herron, Node.js Web Development: Server-side development with Node 14 using Next.js, Express, and MongoDB. Birmingham, UK: </a:t>
            </a:r>
            <a:r>
              <a:rPr lang="en-US" sz="1400" dirty="0" err="1">
                <a:solidFill>
                  <a:schemeClr val="bg1"/>
                </a:solidFill>
                <a:latin typeface="Arial" panose="020B0604020202020204" pitchFamily="34" charset="0"/>
                <a:cs typeface="Arial" panose="020B0604020202020204" pitchFamily="34" charset="0"/>
              </a:rPr>
              <a:t>Packt</a:t>
            </a:r>
            <a:r>
              <a:rPr lang="en-US" sz="1400" dirty="0">
                <a:solidFill>
                  <a:schemeClr val="bg1"/>
                </a:solidFill>
                <a:latin typeface="Arial" panose="020B0604020202020204" pitchFamily="34" charset="0"/>
                <a:cs typeface="Arial" panose="020B0604020202020204" pitchFamily="34" charset="0"/>
              </a:rPr>
              <a:t> Publishing, 2020.</a:t>
            </a:r>
          </a:p>
          <a:p>
            <a:pPr>
              <a:lnSpc>
                <a:spcPct val="150000"/>
              </a:lnSpc>
            </a:pPr>
            <a:r>
              <a:rPr lang="en-US" sz="1400" dirty="0">
                <a:solidFill>
                  <a:schemeClr val="bg1"/>
                </a:solidFill>
                <a:latin typeface="Arial" panose="020B0604020202020204" pitchFamily="34" charset="0"/>
                <a:cs typeface="Arial" panose="020B0604020202020204" pitchFamily="34" charset="0"/>
              </a:rPr>
              <a:t>[6] E. Brown, Web Development with Node and Express: Leveraging the JavaScript Stack. Sebastopol, CA: O'Reilly Media, 2019.</a:t>
            </a:r>
          </a:p>
        </p:txBody>
      </p:sp>
    </p:spTree>
  </p:cSld>
  <p:clrMapOvr>
    <a:masterClrMapping/>
  </p:clrMapOvr>
  <mc:AlternateContent xmlns:mc="http://schemas.openxmlformats.org/markup-compatibility/2006" xmlns:p14="http://schemas.microsoft.com/office/powerpoint/2010/main">
    <mc:Choice Requires="p14">
      <p:transition spd="slow" p14:dur="2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DC65B-3B5E-4AD6-11DA-4E79B7EEC325}"/>
            </a:ext>
          </a:extLst>
        </p:cNvPr>
        <p:cNvGrpSpPr/>
        <p:nvPr/>
      </p:nvGrpSpPr>
      <p:grpSpPr>
        <a:xfrm>
          <a:off x="0" y="0"/>
          <a:ext cx="0" cy="0"/>
          <a:chOff x="0" y="0"/>
          <a:chExt cx="0" cy="0"/>
        </a:xfrm>
      </p:grpSpPr>
      <p:sp>
        <p:nvSpPr>
          <p:cNvPr id="35" name="6">
            <a:extLst>
              <a:ext uri="{FF2B5EF4-FFF2-40B4-BE49-F238E27FC236}">
                <a16:creationId xmlns:a16="http://schemas.microsoft.com/office/drawing/2014/main" id="{34FEDA28-4646-82F1-C47E-A807080C973F}"/>
              </a:ext>
            </a:extLst>
          </p:cNvPr>
          <p:cNvSpPr/>
          <p:nvPr/>
        </p:nvSpPr>
        <p:spPr bwMode="auto">
          <a:xfrm>
            <a:off x="-24315" y="-17419"/>
            <a:ext cx="4367317" cy="5069536"/>
          </a:xfrm>
          <a:custGeom>
            <a:avLst/>
            <a:gdLst>
              <a:gd name="connsiteX0" fmla="*/ 3873521 w 4367317"/>
              <a:gd name="connsiteY0" fmla="*/ 0 h 5069536"/>
              <a:gd name="connsiteX1" fmla="*/ 4367317 w 4367317"/>
              <a:gd name="connsiteY1" fmla="*/ 0 h 5069536"/>
              <a:gd name="connsiteX2" fmla="*/ 0 w 4367317"/>
              <a:gd name="connsiteY2" fmla="*/ 5069536 h 5069536"/>
              <a:gd name="connsiteX3" fmla="*/ 0 w 4367317"/>
              <a:gd name="connsiteY3" fmla="*/ 1974215 h 5069536"/>
            </a:gdLst>
            <a:ahLst/>
            <a:cxnLst>
              <a:cxn ang="0">
                <a:pos x="connsiteX0" y="connsiteY0"/>
              </a:cxn>
              <a:cxn ang="0">
                <a:pos x="connsiteX1" y="connsiteY1"/>
              </a:cxn>
              <a:cxn ang="0">
                <a:pos x="connsiteX2" y="connsiteY2"/>
              </a:cxn>
              <a:cxn ang="0">
                <a:pos x="connsiteX3" y="connsiteY3"/>
              </a:cxn>
            </a:cxnLst>
            <a:rect l="l" t="t" r="r" b="b"/>
            <a:pathLst>
              <a:path w="4367317" h="5069536">
                <a:moveTo>
                  <a:pt x="3873521" y="0"/>
                </a:moveTo>
                <a:lnTo>
                  <a:pt x="4367317" y="0"/>
                </a:lnTo>
                <a:lnTo>
                  <a:pt x="0" y="5069536"/>
                </a:lnTo>
                <a:lnTo>
                  <a:pt x="0" y="1974215"/>
                </a:lnTo>
                <a:close/>
              </a:path>
            </a:pathLst>
          </a:custGeom>
          <a:solidFill>
            <a:srgbClr val="EFEF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7" name="5">
            <a:extLst>
              <a:ext uri="{FF2B5EF4-FFF2-40B4-BE49-F238E27FC236}">
                <a16:creationId xmlns:a16="http://schemas.microsoft.com/office/drawing/2014/main" id="{2BE0D301-2E7D-0144-C68C-305E99846E69}"/>
              </a:ext>
            </a:extLst>
          </p:cNvPr>
          <p:cNvSpPr/>
          <p:nvPr/>
        </p:nvSpPr>
        <p:spPr bwMode="auto">
          <a:xfrm>
            <a:off x="-24316" y="-43545"/>
            <a:ext cx="3955151" cy="2314573"/>
          </a:xfrm>
          <a:custGeom>
            <a:avLst/>
            <a:gdLst>
              <a:gd name="connsiteX0" fmla="*/ 0 w 3955151"/>
              <a:gd name="connsiteY0" fmla="*/ 0 h 2314573"/>
              <a:gd name="connsiteX1" fmla="*/ 3541893 w 3955151"/>
              <a:gd name="connsiteY1" fmla="*/ 0 h 2314573"/>
              <a:gd name="connsiteX2" fmla="*/ 3955151 w 3955151"/>
              <a:gd name="connsiteY2" fmla="*/ 10116 h 2314573"/>
              <a:gd name="connsiteX3" fmla="*/ 0 w 3955151"/>
              <a:gd name="connsiteY3" fmla="*/ 2314573 h 2314573"/>
            </a:gdLst>
            <a:ahLst/>
            <a:cxnLst>
              <a:cxn ang="0">
                <a:pos x="connsiteX0" y="connsiteY0"/>
              </a:cxn>
              <a:cxn ang="0">
                <a:pos x="connsiteX1" y="connsiteY1"/>
              </a:cxn>
              <a:cxn ang="0">
                <a:pos x="connsiteX2" y="connsiteY2"/>
              </a:cxn>
              <a:cxn ang="0">
                <a:pos x="connsiteX3" y="connsiteY3"/>
              </a:cxn>
            </a:cxnLst>
            <a:rect l="l" t="t" r="r" b="b"/>
            <a:pathLst>
              <a:path w="3955151" h="2314573">
                <a:moveTo>
                  <a:pt x="0" y="0"/>
                </a:moveTo>
                <a:lnTo>
                  <a:pt x="3541893" y="0"/>
                </a:lnTo>
                <a:lnTo>
                  <a:pt x="3955151" y="10116"/>
                </a:lnTo>
                <a:lnTo>
                  <a:pt x="0" y="2314573"/>
                </a:lnTo>
                <a:close/>
              </a:path>
            </a:pathLst>
          </a:custGeom>
          <a:solidFill>
            <a:schemeClr val="accent1">
              <a:lumMod val="75000"/>
            </a:schemeClr>
          </a:solidFill>
          <a:ln>
            <a:noFill/>
          </a:ln>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6" name="4">
            <a:extLst>
              <a:ext uri="{FF2B5EF4-FFF2-40B4-BE49-F238E27FC236}">
                <a16:creationId xmlns:a16="http://schemas.microsoft.com/office/drawing/2014/main" id="{4C8B28E9-FB4E-4CEC-8744-59456E528C2A}"/>
              </a:ext>
            </a:extLst>
          </p:cNvPr>
          <p:cNvSpPr/>
          <p:nvPr/>
        </p:nvSpPr>
        <p:spPr bwMode="auto">
          <a:xfrm>
            <a:off x="-24316" y="-17417"/>
            <a:ext cx="3982023" cy="3071803"/>
          </a:xfrm>
          <a:custGeom>
            <a:avLst/>
            <a:gdLst>
              <a:gd name="connsiteX0" fmla="*/ 3934942 w 3982022"/>
              <a:gd name="connsiteY0" fmla="*/ 0 h 3071803"/>
              <a:gd name="connsiteX1" fmla="*/ 3982022 w 3982022"/>
              <a:gd name="connsiteY1" fmla="*/ 0 h 3071803"/>
              <a:gd name="connsiteX2" fmla="*/ 0 w 3982022"/>
              <a:gd name="connsiteY2" fmla="*/ 3071803 h 3071803"/>
              <a:gd name="connsiteX3" fmla="*/ 0 w 3982022"/>
              <a:gd name="connsiteY3" fmla="*/ 1848528 h 3071803"/>
            </a:gdLst>
            <a:ahLst/>
            <a:cxnLst>
              <a:cxn ang="0">
                <a:pos x="connsiteX0" y="connsiteY0"/>
              </a:cxn>
              <a:cxn ang="0">
                <a:pos x="connsiteX1" y="connsiteY1"/>
              </a:cxn>
              <a:cxn ang="0">
                <a:pos x="connsiteX2" y="connsiteY2"/>
              </a:cxn>
              <a:cxn ang="0">
                <a:pos x="connsiteX3" y="connsiteY3"/>
              </a:cxn>
            </a:cxnLst>
            <a:rect l="l" t="t" r="r" b="b"/>
            <a:pathLst>
              <a:path w="3982022" h="3071803">
                <a:moveTo>
                  <a:pt x="3934942" y="0"/>
                </a:moveTo>
                <a:lnTo>
                  <a:pt x="3982022" y="0"/>
                </a:lnTo>
                <a:lnTo>
                  <a:pt x="0" y="3071803"/>
                </a:lnTo>
                <a:lnTo>
                  <a:pt x="0" y="1848528"/>
                </a:lnTo>
                <a:close/>
              </a:path>
            </a:pathLst>
          </a:custGeom>
          <a:solidFill>
            <a:schemeClr val="accent5">
              <a:lumMod val="60000"/>
              <a:lumOff val="40000"/>
            </a:schemeClr>
          </a:solidFill>
          <a:ln>
            <a:noFill/>
          </a:ln>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4" name="3">
            <a:extLst>
              <a:ext uri="{FF2B5EF4-FFF2-40B4-BE49-F238E27FC236}">
                <a16:creationId xmlns:a16="http://schemas.microsoft.com/office/drawing/2014/main" id="{960AB62B-5401-2248-0925-D1C3D8AA8191}"/>
              </a:ext>
            </a:extLst>
          </p:cNvPr>
          <p:cNvSpPr/>
          <p:nvPr/>
        </p:nvSpPr>
        <p:spPr bwMode="auto">
          <a:xfrm>
            <a:off x="9290264" y="2687956"/>
            <a:ext cx="2925237" cy="3476625"/>
          </a:xfrm>
          <a:custGeom>
            <a:avLst/>
            <a:gdLst>
              <a:gd name="connsiteX0" fmla="*/ 2919413 w 2925237"/>
              <a:gd name="connsiteY0" fmla="*/ 0 h 3476625"/>
              <a:gd name="connsiteX1" fmla="*/ 2925237 w 2925237"/>
              <a:gd name="connsiteY1" fmla="*/ 163915 h 3476625"/>
              <a:gd name="connsiteX2" fmla="*/ 2925237 w 2925237"/>
              <a:gd name="connsiteY2" fmla="*/ 3398721 h 3476625"/>
              <a:gd name="connsiteX3" fmla="*/ 0 w 2925237"/>
              <a:gd name="connsiteY3" fmla="*/ 3476625 h 3476625"/>
            </a:gdLst>
            <a:ahLst/>
            <a:cxnLst>
              <a:cxn ang="0">
                <a:pos x="connsiteX0" y="connsiteY0"/>
              </a:cxn>
              <a:cxn ang="0">
                <a:pos x="connsiteX1" y="connsiteY1"/>
              </a:cxn>
              <a:cxn ang="0">
                <a:pos x="connsiteX2" y="connsiteY2"/>
              </a:cxn>
              <a:cxn ang="0">
                <a:pos x="connsiteX3" y="connsiteY3"/>
              </a:cxn>
            </a:cxnLst>
            <a:rect l="l" t="t" r="r" b="b"/>
            <a:pathLst>
              <a:path w="2925237" h="3476625">
                <a:moveTo>
                  <a:pt x="2919413" y="0"/>
                </a:moveTo>
                <a:lnTo>
                  <a:pt x="2925237" y="163915"/>
                </a:lnTo>
                <a:lnTo>
                  <a:pt x="2925237" y="3398721"/>
                </a:lnTo>
                <a:lnTo>
                  <a:pt x="0" y="3476625"/>
                </a:lnTo>
                <a:close/>
              </a:path>
            </a:pathLst>
          </a:custGeom>
          <a:solidFill>
            <a:srgbClr val="EFEF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2" name="2">
            <a:extLst>
              <a:ext uri="{FF2B5EF4-FFF2-40B4-BE49-F238E27FC236}">
                <a16:creationId xmlns:a16="http://schemas.microsoft.com/office/drawing/2014/main" id="{743859F7-01B2-673F-61A5-17A8162E6112}"/>
              </a:ext>
            </a:extLst>
          </p:cNvPr>
          <p:cNvSpPr/>
          <p:nvPr/>
        </p:nvSpPr>
        <p:spPr bwMode="auto">
          <a:xfrm>
            <a:off x="8237752" y="4131556"/>
            <a:ext cx="3977749" cy="2758695"/>
          </a:xfrm>
          <a:custGeom>
            <a:avLst/>
            <a:gdLst>
              <a:gd name="connsiteX0" fmla="*/ 3977749 w 3977749"/>
              <a:gd name="connsiteY0" fmla="*/ 0 h 2758695"/>
              <a:gd name="connsiteX1" fmla="*/ 3977749 w 3977749"/>
              <a:gd name="connsiteY1" fmla="*/ 2758695 h 2758695"/>
              <a:gd name="connsiteX2" fmla="*/ 626774 w 3977749"/>
              <a:gd name="connsiteY2" fmla="*/ 2758695 h 2758695"/>
              <a:gd name="connsiteX3" fmla="*/ 0 w 3977749"/>
              <a:gd name="connsiteY3" fmla="*/ 2734703 h 2758695"/>
            </a:gdLst>
            <a:ahLst/>
            <a:cxnLst>
              <a:cxn ang="0">
                <a:pos x="connsiteX0" y="connsiteY0"/>
              </a:cxn>
              <a:cxn ang="0">
                <a:pos x="connsiteX1" y="connsiteY1"/>
              </a:cxn>
              <a:cxn ang="0">
                <a:pos x="connsiteX2" y="connsiteY2"/>
              </a:cxn>
              <a:cxn ang="0">
                <a:pos x="connsiteX3" y="connsiteY3"/>
              </a:cxn>
            </a:cxnLst>
            <a:rect l="l" t="t" r="r" b="b"/>
            <a:pathLst>
              <a:path w="3977749" h="2758695">
                <a:moveTo>
                  <a:pt x="3977749" y="0"/>
                </a:moveTo>
                <a:lnTo>
                  <a:pt x="3977749" y="2758695"/>
                </a:lnTo>
                <a:lnTo>
                  <a:pt x="626774" y="2758695"/>
                </a:lnTo>
                <a:lnTo>
                  <a:pt x="0" y="2734703"/>
                </a:lnTo>
                <a:close/>
              </a:path>
            </a:pathLst>
          </a:custGeom>
          <a:solidFill>
            <a:srgbClr val="4F7FB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43" name="1">
            <a:extLst>
              <a:ext uri="{FF2B5EF4-FFF2-40B4-BE49-F238E27FC236}">
                <a16:creationId xmlns:a16="http://schemas.microsoft.com/office/drawing/2014/main" id="{D6D5B16E-F1AD-4F90-F5A6-CE45D009A8C6}"/>
              </a:ext>
            </a:extLst>
          </p:cNvPr>
          <p:cNvSpPr/>
          <p:nvPr/>
        </p:nvSpPr>
        <p:spPr bwMode="auto">
          <a:xfrm>
            <a:off x="7875576" y="4899188"/>
            <a:ext cx="4339925" cy="1991063"/>
          </a:xfrm>
          <a:custGeom>
            <a:avLst/>
            <a:gdLst>
              <a:gd name="connsiteX0" fmla="*/ 4339925 w 4339925"/>
              <a:gd name="connsiteY0" fmla="*/ 0 h 1991063"/>
              <a:gd name="connsiteX1" fmla="*/ 4339925 w 4339925"/>
              <a:gd name="connsiteY1" fmla="*/ 913141 h 1991063"/>
              <a:gd name="connsiteX2" fmla="*/ 305017 w 4339925"/>
              <a:gd name="connsiteY2" fmla="*/ 1991063 h 1991063"/>
              <a:gd name="connsiteX3" fmla="*/ 0 w 4339925"/>
              <a:gd name="connsiteY3" fmla="*/ 1991063 h 1991063"/>
            </a:gdLst>
            <a:ahLst/>
            <a:cxnLst>
              <a:cxn ang="0">
                <a:pos x="connsiteX0" y="connsiteY0"/>
              </a:cxn>
              <a:cxn ang="0">
                <a:pos x="connsiteX1" y="connsiteY1"/>
              </a:cxn>
              <a:cxn ang="0">
                <a:pos x="connsiteX2" y="connsiteY2"/>
              </a:cxn>
              <a:cxn ang="0">
                <a:pos x="connsiteX3" y="connsiteY3"/>
              </a:cxn>
            </a:cxnLst>
            <a:rect l="l" t="t" r="r" b="b"/>
            <a:pathLst>
              <a:path w="4339925" h="1991063">
                <a:moveTo>
                  <a:pt x="4339925" y="0"/>
                </a:moveTo>
                <a:lnTo>
                  <a:pt x="4339925" y="913141"/>
                </a:lnTo>
                <a:lnTo>
                  <a:pt x="305017" y="1991063"/>
                </a:lnTo>
                <a:lnTo>
                  <a:pt x="0" y="1991063"/>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sz="1355">
              <a:solidFill>
                <a:prstClr val="black"/>
              </a:solidFill>
              <a:cs typeface="+mn-ea"/>
              <a:sym typeface="+mn-lt"/>
            </a:endParaRPr>
          </a:p>
        </p:txBody>
      </p:sp>
      <p:sp>
        <p:nvSpPr>
          <p:cNvPr id="3" name="矩形 2">
            <a:extLst>
              <a:ext uri="{FF2B5EF4-FFF2-40B4-BE49-F238E27FC236}">
                <a16:creationId xmlns:a16="http://schemas.microsoft.com/office/drawing/2014/main" id="{4929A3A0-23CB-0A5C-2297-90928E936A27}"/>
              </a:ext>
            </a:extLst>
          </p:cNvPr>
          <p:cNvSpPr/>
          <p:nvPr/>
        </p:nvSpPr>
        <p:spPr>
          <a:xfrm rot="18903724">
            <a:off x="-1388110" y="5973432"/>
            <a:ext cx="4185285" cy="3201035"/>
          </a:xfrm>
          <a:prstGeom prst="rect">
            <a:avLst/>
          </a:prstGeom>
          <a:solidFill>
            <a:srgbClr val="7BA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PA_矩形 3">
            <a:extLst>
              <a:ext uri="{FF2B5EF4-FFF2-40B4-BE49-F238E27FC236}">
                <a16:creationId xmlns:a16="http://schemas.microsoft.com/office/drawing/2014/main" id="{1874948A-C873-857B-C248-1E8FDFE6EB4B}"/>
              </a:ext>
            </a:extLst>
          </p:cNvPr>
          <p:cNvSpPr txBox="1">
            <a:spLocks noChangeArrowheads="1"/>
          </p:cNvSpPr>
          <p:nvPr>
            <p:custDataLst>
              <p:tags r:id="rId1"/>
            </p:custDataLst>
          </p:nvPr>
        </p:nvSpPr>
        <p:spPr bwMode="auto">
          <a:xfrm>
            <a:off x="933414" y="2117283"/>
            <a:ext cx="10713927" cy="2014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872" tIns="60936" rIns="121872" bIns="60936" numCol="1" anchor="ctr" anchorCtr="0" compatLnSpc="1">
            <a:normAutofit fontScale="47500" lnSpcReduction="20000"/>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a:defRPr>
            </a:lvl2pPr>
            <a:lvl3pPr algn="l" rtl="0" fontAlgn="base">
              <a:spcBef>
                <a:spcPct val="0"/>
              </a:spcBef>
              <a:spcAft>
                <a:spcPct val="0"/>
              </a:spcAft>
              <a:defRPr sz="2400">
                <a:solidFill>
                  <a:schemeClr val="tx2"/>
                </a:solidFill>
                <a:latin typeface="Arial" panose="020B0604020202020204" pitchFamily="34" charset="0"/>
                <a:ea typeface="微软雅黑"/>
              </a:defRPr>
            </a:lvl3pPr>
            <a:lvl4pPr algn="l" rtl="0" fontAlgn="base">
              <a:spcBef>
                <a:spcPct val="0"/>
              </a:spcBef>
              <a:spcAft>
                <a:spcPct val="0"/>
              </a:spcAft>
              <a:defRPr sz="2400">
                <a:solidFill>
                  <a:schemeClr val="tx2"/>
                </a:solidFill>
                <a:latin typeface="Arial" panose="020B0604020202020204" pitchFamily="34" charset="0"/>
                <a:ea typeface="微软雅黑"/>
              </a:defRPr>
            </a:lvl4pPr>
            <a:lvl5pPr algn="l" rtl="0" fontAlgn="base">
              <a:spcBef>
                <a:spcPct val="0"/>
              </a:spcBef>
              <a:spcAft>
                <a:spcPct val="0"/>
              </a:spcAft>
              <a:defRPr sz="2400">
                <a:solidFill>
                  <a:schemeClr val="tx2"/>
                </a:solidFill>
                <a:latin typeface="Arial" panose="020B0604020202020204" pitchFamily="34" charset="0"/>
                <a:ea typeface="微软雅黑"/>
              </a:defRPr>
            </a:lvl5pPr>
            <a:lvl6pPr marL="457200" algn="l" rtl="0" fontAlgn="base">
              <a:spcBef>
                <a:spcPct val="0"/>
              </a:spcBef>
              <a:spcAft>
                <a:spcPct val="0"/>
              </a:spcAft>
              <a:defRPr sz="2400">
                <a:solidFill>
                  <a:schemeClr val="tx2"/>
                </a:solidFill>
                <a:latin typeface="Arial" panose="020B0604020202020204" pitchFamily="34" charset="0"/>
                <a:ea typeface="微软雅黑"/>
              </a:defRPr>
            </a:lvl6pPr>
            <a:lvl7pPr marL="914400" algn="l" rtl="0" fontAlgn="base">
              <a:spcBef>
                <a:spcPct val="0"/>
              </a:spcBef>
              <a:spcAft>
                <a:spcPct val="0"/>
              </a:spcAft>
              <a:defRPr sz="2400">
                <a:solidFill>
                  <a:schemeClr val="tx2"/>
                </a:solidFill>
                <a:latin typeface="Arial" panose="020B0604020202020204" pitchFamily="34" charset="0"/>
                <a:ea typeface="微软雅黑"/>
              </a:defRPr>
            </a:lvl7pPr>
            <a:lvl8pPr marL="1371600" algn="l" rtl="0" fontAlgn="base">
              <a:spcBef>
                <a:spcPct val="0"/>
              </a:spcBef>
              <a:spcAft>
                <a:spcPct val="0"/>
              </a:spcAft>
              <a:defRPr sz="2400">
                <a:solidFill>
                  <a:schemeClr val="tx2"/>
                </a:solidFill>
                <a:latin typeface="Arial" panose="020B0604020202020204" pitchFamily="34" charset="0"/>
                <a:ea typeface="微软雅黑"/>
              </a:defRPr>
            </a:lvl8pPr>
            <a:lvl9pPr marL="1828800" algn="l" rtl="0" fontAlgn="base">
              <a:spcBef>
                <a:spcPct val="0"/>
              </a:spcBef>
              <a:spcAft>
                <a:spcPct val="0"/>
              </a:spcAft>
              <a:defRPr sz="2400">
                <a:solidFill>
                  <a:schemeClr val="tx2"/>
                </a:solidFill>
                <a:latin typeface="Arial" panose="020B0604020202020204" pitchFamily="34" charset="0"/>
                <a:ea typeface="微软雅黑"/>
              </a:defRPr>
            </a:lvl9pPr>
          </a:lstStyle>
          <a:p>
            <a:pPr algn="ctr">
              <a:lnSpc>
                <a:spcPct val="110000"/>
              </a:lnSpc>
            </a:pPr>
            <a:r>
              <a:rPr lang="en-US" sz="12800" b="1" dirty="0">
                <a:solidFill>
                  <a:schemeClr val="accent1">
                    <a:lumMod val="75000"/>
                  </a:schemeClr>
                </a:solidFill>
                <a:latin typeface="+mn-lt"/>
                <a:ea typeface="Noto Sans"/>
                <a:cs typeface="+mn-ea"/>
                <a:sym typeface="+mn-lt"/>
              </a:rPr>
              <a:t>CẢM ƠN THẦY </a:t>
            </a:r>
          </a:p>
          <a:p>
            <a:pPr algn="ctr">
              <a:lnSpc>
                <a:spcPct val="110000"/>
              </a:lnSpc>
            </a:pPr>
            <a:r>
              <a:rPr lang="en-US" sz="12800" b="1" dirty="0">
                <a:solidFill>
                  <a:schemeClr val="bg1"/>
                </a:solidFill>
                <a:highlight>
                  <a:srgbClr val="000080"/>
                </a:highlight>
                <a:latin typeface="+mn-lt"/>
                <a:ea typeface="Noto Sans"/>
                <a:cs typeface="+mn-ea"/>
                <a:sym typeface="+mn-lt"/>
              </a:rPr>
              <a:t>ĐÃ THEO DÕI!</a:t>
            </a:r>
            <a:endParaRPr lang="en-US" b="1" dirty="0">
              <a:solidFill>
                <a:schemeClr val="bg1"/>
              </a:solidFill>
              <a:highlight>
                <a:srgbClr val="000080"/>
              </a:highlight>
              <a:latin typeface="+mn-lt"/>
            </a:endParaRPr>
          </a:p>
        </p:txBody>
      </p:sp>
    </p:spTree>
    <p:extLst>
      <p:ext uri="{BB962C8B-B14F-4D97-AF65-F5344CB8AC3E}">
        <p14:creationId xmlns:p14="http://schemas.microsoft.com/office/powerpoint/2010/main" val="95624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0-#ppt_w/2"/>
                                          </p:val>
                                        </p:tav>
                                        <p:tav tm="100000">
                                          <p:val>
                                            <p:strVal val="#ppt_x"/>
                                          </p:val>
                                        </p:tav>
                                      </p:tavLst>
                                    </p:anim>
                                    <p:anim calcmode="lin" valueType="num">
                                      <p:cBhvr additive="base">
                                        <p:cTn id="12" dur="500" fill="hold"/>
                                        <p:tgtEl>
                                          <p:spTgt spid="36"/>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0-#ppt_w/2"/>
                                          </p:val>
                                        </p:tav>
                                        <p:tav tm="100000">
                                          <p:val>
                                            <p:strVal val="#ppt_x"/>
                                          </p:val>
                                        </p:tav>
                                      </p:tavLst>
                                    </p:anim>
                                    <p:anim calcmode="lin" valueType="num">
                                      <p:cBhvr additive="base">
                                        <p:cTn id="24" dur="500" fill="hold"/>
                                        <p:tgtEl>
                                          <p:spTgt spid="43"/>
                                        </p:tgtEl>
                                        <p:attrNameLst>
                                          <p:attrName>ppt_y</p:attrName>
                                        </p:attrNameLst>
                                      </p:cBhvr>
                                      <p:tavLst>
                                        <p:tav tm="0">
                                          <p:val>
                                            <p:strVal val="#ppt_y"/>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0-#ppt_h/2"/>
                                          </p:val>
                                        </p:tav>
                                        <p:tav tm="100000">
                                          <p:val>
                                            <p:strVal val="#ppt_y"/>
                                          </p:val>
                                        </p:tav>
                                      </p:tavLst>
                                    </p:anim>
                                  </p:childTnLst>
                                </p:cTn>
                              </p:par>
                            </p:childTnLst>
                          </p:cTn>
                        </p:par>
                        <p:par>
                          <p:cTn id="29" fill="hold">
                            <p:stCondLst>
                              <p:cond delay="500"/>
                            </p:stCondLst>
                            <p:childTnLst>
                              <p:par>
                                <p:cTn id="30" presetID="16" presetClass="entr" presetSubtype="21"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inVertic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36" grpId="0" animBg="1"/>
      <p:bldP spid="44" grpId="0" animBg="1"/>
      <p:bldP spid="42" grpId="0" animBg="1"/>
      <p:bldP spid="43" grpId="0" animBg="1"/>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2.6 unknown"/>
  <p:tag name="AS_RELEASE_DATE" val="2021.11.30"/>
  <p:tag name="AS_TITLE" val="Aspose.Slides for Java"/>
  <p:tag name="AS_VERSION" val="21.1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2_Office 主题​​">
  <a:themeElements>
    <a:clrScheme name="自定义 1">
      <a:dk1>
        <a:srgbClr val="FFFFFF"/>
      </a:dk1>
      <a:lt1>
        <a:srgbClr val="000000"/>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FFFFFF"/>
      </a:folHlink>
    </a:clrScheme>
    <a:fontScheme name="自定义 1">
      <a:majorFont>
        <a:latin typeface="Arial Narrow"/>
        <a:ea typeface="微软雅黑"/>
        <a:cs typeface="Arial"/>
      </a:majorFont>
      <a:minorFont>
        <a:latin typeface="Century Gothic"/>
        <a:ea typeface="微软雅黑"/>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hfdrusjd">
      <a:majorFont>
        <a:latin typeface="Arial"/>
        <a:ea typeface="微软雅黑"/>
        <a:cs typeface="Arial"/>
      </a:majorFont>
      <a:minorFont>
        <a:latin typeface="Arial"/>
        <a:ea typeface="微软雅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6159</TotalTime>
  <Words>1432</Words>
  <Application>Microsoft Office PowerPoint</Application>
  <PresentationFormat>Widescreen</PresentationFormat>
  <Paragraphs>136</Paragraphs>
  <Slides>18</Slides>
  <Notes>18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18</vt:i4>
      </vt:variant>
    </vt:vector>
  </HeadingPairs>
  <TitlesOfParts>
    <vt:vector size="30" baseType="lpstr">
      <vt:lpstr>等线</vt:lpstr>
      <vt:lpstr>微软雅黑</vt:lpstr>
      <vt:lpstr>Arial</vt:lpstr>
      <vt:lpstr>Arial </vt:lpstr>
      <vt:lpstr>Century Gothic</vt:lpstr>
      <vt:lpstr>Google Sans Text</vt:lpstr>
      <vt:lpstr>Lifeline JL</vt:lpstr>
      <vt:lpstr>Noto Sans</vt:lpstr>
      <vt:lpstr>Times New Roman</vt:lpstr>
      <vt:lpstr>Wingdings</vt:lpstr>
      <vt:lpstr>2_Office 主题​​</vt:lpstr>
      <vt:lpstr>3_Office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001zyc</dc:title>
  <dc:creator>优品PPT</dc:creator>
  <dc:description>http://www.ypppt.com/</dc:description>
  <cp:lastModifiedBy>Hoang Long Tran</cp:lastModifiedBy>
  <cp:revision>233</cp:revision>
  <dcterms:created xsi:type="dcterms:W3CDTF">2018-08-06T06:49:00Z</dcterms:created>
  <dcterms:modified xsi:type="dcterms:W3CDTF">2026-01-15T07:16:55Z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2052-10.8.0.6470</vt:lpwstr>
  </property>
</Properties>
</file>